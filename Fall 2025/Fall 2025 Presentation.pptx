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ADC5-3D0F-1E66-7EB1-99816A414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1EB111-7CAC-6E82-9A49-AB69233403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BF4-40FD-F9CF-5F38-186E42A1E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9A610-AB6E-5CC0-8034-FD5F2B2A3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5A92F-C5A3-864A-34E0-F4F91A09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849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2471D-5A42-D5F2-9E7A-EBC4ED5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1C48C-78EA-740E-62B2-32B3701AD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2A24F-9ACA-DEDA-B31E-9B59BD3E5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8A5F8-E423-6C34-D59D-24E530B1A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0F41-4E6E-5B82-DED9-A9FEBB47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51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AC1-2C7B-B4AF-E521-9F066CBFA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09FC4-BD49-3F67-A9A9-5E4EEB7F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71D64-31E9-3124-E9DF-C3E83717B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C51E8-4FE2-8601-D63E-571882A44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6F28B-C678-69C7-35DA-81A5F518F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150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506FC-BD7C-11E1-5451-1F7380987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66E58-3660-DEB6-9602-0104642A41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F8D4C-C6A2-4526-CE39-C9C256E54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595995-7D3E-D051-1730-C9E8AD469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4957E-CC1F-D3EF-AE54-D1C7A1D70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8B646-45F8-B312-E935-D0CCED86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876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44B06-5586-95E0-B2FC-7188F1BD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8C800-4656-F301-5AD2-C20339BD9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9C141-5A62-BD30-F6B5-142A6825D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38BAF-3C51-690D-DA71-DEC707E52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0CEEF-92B2-25E3-31C9-BB02BD8509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68BD3C-8D6D-2C5B-F574-5856F9F64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D050F3-9D50-C0EC-3A24-6B751B14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A977F5-6DA0-13BC-571C-3741C5F38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858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5991-4A8B-2472-6106-7E0EF888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1CEF0-85A0-F5B3-1C7B-6C01AEE27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C0320-DE88-224C-E257-ABB367BD2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700C5-735B-55C6-D5F1-18AD9C5BF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071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0EFC97-3F26-30D6-4B9B-D4033DE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CF4344-CDBC-C9EB-C87E-2B6F2B4EB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784C7-CB9F-46C0-CAF9-67051140E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354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8D1F-2830-4D02-1F8D-6855B60DD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6B87A-1E00-7D78-6CBD-24A57B66B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FC549-3D01-32FB-7BD3-7EF60238E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2AAB2-7C4B-BB58-BB44-A91F7DED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6D4B8-EAFE-20B4-CE7D-DD18734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82569-EB9E-45B7-4AF9-163F481EA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8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CF548-03D7-9980-6B0A-69199AA7F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168F3-450D-B8F6-F839-CC6614985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956FB-8286-C2F6-4DC0-948560AA2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736A5-CE21-59D9-0A95-8D1EF542A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ED2CA-454A-563D-7BA3-854CF58AB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B9CA-091B-4DA8-5A0F-654816A89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267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EDD6-B9C8-7666-550B-3C0CBEFA1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AB2E2A-C1CF-DADE-3876-5B2A6F4052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92A0C-6B13-1C78-6267-3882B44CF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8673-0318-C214-F1F2-1EF41EE12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7DBFD-FE60-60AD-6D6C-5525E328F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98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5D423E-A6F2-900E-D11D-1E215B429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661FFF-7C95-88A2-697C-B72FD8DF63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71534-5BF5-3885-CD53-618D3F9C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8F2D-F631-5AA4-9546-495AE2FD5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C606B-1AEC-EEBC-B9C6-2F5DA1E4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503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F0FD-48C8-4F03-2894-BE0B3D534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C5EC6-84C8-BEC7-A6C8-978ACF1F66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42F98-E14F-3856-B808-CA0473D362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F1C4-0E55-023E-884A-38DE460734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B897E-8994-F4E8-8C08-F9A9F072EC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849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803F-7DFA-48B9-3AD4-5441EE7C47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Fall Presentation</a:t>
            </a:r>
            <a:br>
              <a:rPr lang="en-US" dirty="0"/>
            </a:br>
            <a:r>
              <a:rPr lang="en-US" dirty="0"/>
              <a:t>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16E53-E4A7-0EC3-1436-69EEB247A9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148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A6EE7-2009-F4F3-5794-A1C6AFEF9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0EBDA-332C-2CE0-6C2D-DED4B0A5B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worked on a “snack shack app”</a:t>
            </a:r>
          </a:p>
          <a:p>
            <a:r>
              <a:rPr lang="en-US" dirty="0"/>
              <a:t>The most difficult part would have to be managing time for it… hence it’s lack of completion</a:t>
            </a:r>
          </a:p>
          <a:p>
            <a:pPr lvl="1"/>
            <a:r>
              <a:rPr lang="en-US" dirty="0"/>
              <a:t>However, that leads to my favorite part, which was all the stuff I utilized</a:t>
            </a:r>
          </a:p>
          <a:p>
            <a:r>
              <a:rPr lang="en-US" dirty="0"/>
              <a:t>Skills-wise, mostly logic and reasoning</a:t>
            </a:r>
          </a:p>
        </p:txBody>
      </p:sp>
    </p:spTree>
    <p:extLst>
      <p:ext uri="{BB962C8B-B14F-4D97-AF65-F5344CB8AC3E}">
        <p14:creationId xmlns:p14="http://schemas.microsoft.com/office/powerpoint/2010/main" val="6514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54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Fall Presentation 2025</vt:lpstr>
      <vt:lpstr>Tech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</cp:revision>
  <dcterms:created xsi:type="dcterms:W3CDTF">2025-12-12T20:56:38Z</dcterms:created>
  <dcterms:modified xsi:type="dcterms:W3CDTF">2025-12-12T21:18:15Z</dcterms:modified>
</cp:coreProperties>
</file>