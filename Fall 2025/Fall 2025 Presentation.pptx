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ADC5-3D0F-1E66-7EB1-99816A414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1EB111-7CAC-6E82-9A49-AB69233403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CCBF4-40FD-F9CF-5F38-186E42A1E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0E00-EC95-4AB7-B055-3D024739184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9A610-AB6E-5CC0-8034-FD5F2B2A3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5A92F-C5A3-864A-34E0-F4F91A094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2A021-A197-4436-85BE-712EC0922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849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2471D-5A42-D5F2-9E7A-EBC4ED5C7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1C48C-78EA-740E-62B2-32B3701AD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2A24F-9ACA-DEDA-B31E-9B59BD3E5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0E00-EC95-4AB7-B055-3D024739184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8A5F8-E423-6C34-D59D-24E530B1A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30F41-4E6E-5B82-DED9-A9FEBB479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2A021-A197-4436-85BE-712EC0922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651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C2AC1-2C7B-B4AF-E521-9F066CBFA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09FC4-BD49-3F67-A9A9-5E4EEB7F3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71D64-31E9-3124-E9DF-C3E83717B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0E00-EC95-4AB7-B055-3D024739184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C51E8-4FE2-8601-D63E-571882A44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6F28B-C678-69C7-35DA-81A5F518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2A021-A197-4436-85BE-712EC0922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150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506FC-BD7C-11E1-5451-1F7380987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66E58-3660-DEB6-9602-0104642A41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F8D4C-C6A2-4526-CE39-C9C256E54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95995-7D3E-D051-1730-C9E8AD469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0E00-EC95-4AB7-B055-3D024739184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4957E-CC1F-D3EF-AE54-D1C7A1D70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8B646-45F8-B312-E935-D0CCED860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2A021-A197-4436-85BE-712EC0922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876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44B06-5586-95E0-B2FC-7188F1BD6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8C800-4656-F301-5AD2-C20339BD9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9C141-5A62-BD30-F6B5-142A6825D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838BAF-3C51-690D-DA71-DEC707E52D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30CEEF-92B2-25E3-31C9-BB02BD8509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68BD3C-8D6D-2C5B-F574-5856F9F64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0E00-EC95-4AB7-B055-3D024739184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D050F3-9D50-C0EC-3A24-6B751B14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A977F5-6DA0-13BC-571C-3741C5F38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2A021-A197-4436-85BE-712EC0922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58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F5991-4A8B-2472-6106-7E0EF8882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1CEF0-85A0-F5B3-1C7B-6C01AEE27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0E00-EC95-4AB7-B055-3D024739184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C0320-DE88-224C-E257-ABB367BD2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4700C5-735B-55C6-D5F1-18AD9C5BF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2A021-A197-4436-85BE-712EC0922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71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0EFC97-3F26-30D6-4B9B-D4033DE22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0E00-EC95-4AB7-B055-3D024739184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CF4344-CDBC-C9EB-C87E-2B6F2B4EB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784C7-CB9F-46C0-CAF9-67051140E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2A021-A197-4436-85BE-712EC0922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354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C8D1F-2830-4D02-1F8D-6855B60DD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6B87A-1E00-7D78-6CBD-24A57B66B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1FC549-3D01-32FB-7BD3-7EF60238E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2AAB2-7C4B-BB58-BB44-A91F7DED1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0E00-EC95-4AB7-B055-3D024739184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6D4B8-EAFE-20B4-CE7D-DD187340D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82569-EB9E-45B7-4AF9-163F481EA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2A021-A197-4436-85BE-712EC0922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82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CF548-03D7-9980-6B0A-69199AA7F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C168F3-450D-B8F6-F839-CC66149857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0956FB-8286-C2F6-4DC0-948560AA2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736A5-CE21-59D9-0A95-8D1EF542A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0E00-EC95-4AB7-B055-3D024739184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ED2CA-454A-563D-7BA3-854CF58A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8B9CA-091B-4DA8-5A0F-654816A89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2A021-A197-4436-85BE-712EC0922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267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6EDD6-B9C8-7666-550B-3C0CBEFA1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AB2E2A-C1CF-DADE-3876-5B2A6F405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92A0C-6B13-1C78-6267-3882B44CF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0E00-EC95-4AB7-B055-3D024739184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B8673-0318-C214-F1F2-1EF41EE12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7DBFD-FE60-60AD-6D6C-5525E328F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2A021-A197-4436-85BE-712EC0922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498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5D423E-A6F2-900E-D11D-1E215B4292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661FFF-7C95-88A2-697C-B72FD8DF63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71534-5BF5-3885-CD53-618D3F9CE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0E00-EC95-4AB7-B055-3D024739184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28F2D-F631-5AA4-9546-495AE2FD5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C606B-1AEC-EEBC-B9C6-2F5DA1E4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2A021-A197-4436-85BE-712EC0922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503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F0FD-48C8-4F03-2894-BE0B3D534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C5EC6-84C8-BEC7-A6C8-978ACF1F6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42F98-E14F-3856-B808-CA0473D362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B80E00-EC95-4AB7-B055-3D024739184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8F1C4-0E55-023E-884A-38DE460734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B897E-8994-F4E8-8C08-F9A9F072EC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92A021-A197-4436-85BE-712EC0922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849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3803F-7DFA-48B9-3AD4-5441EE7C47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Fall Presentation</a:t>
            </a:r>
            <a:br>
              <a:rPr lang="en-US" dirty="0"/>
            </a:br>
            <a:r>
              <a:rPr lang="en-US" dirty="0"/>
              <a:t>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16E53-E4A7-0EC3-1436-69EEB247A9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148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A6EE7-2009-F4F3-5794-A1C6AFEF9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0EBDA-332C-2CE0-6C2D-DED4B0A5B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worked on a “snack shack app”</a:t>
            </a:r>
          </a:p>
          <a:p>
            <a:r>
              <a:rPr lang="en-US" dirty="0"/>
              <a:t>The most difficult part would have to be managing time for it… hence it’s lack of completion</a:t>
            </a:r>
          </a:p>
          <a:p>
            <a:pPr lvl="1"/>
            <a:r>
              <a:rPr lang="en-US" dirty="0"/>
              <a:t>However, that leads to my favorite part, which was all the stuff I utilized</a:t>
            </a:r>
          </a:p>
          <a:p>
            <a:r>
              <a:rPr lang="en-US" dirty="0"/>
              <a:t>Skills-wise, mostly logic and reasoning</a:t>
            </a:r>
          </a:p>
        </p:txBody>
      </p:sp>
    </p:spTree>
    <p:extLst>
      <p:ext uri="{BB962C8B-B14F-4D97-AF65-F5344CB8AC3E}">
        <p14:creationId xmlns:p14="http://schemas.microsoft.com/office/powerpoint/2010/main" val="6514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9E06B-025A-8E2C-6A20-C2111590B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F44B3-07E2-D624-6502-EB9D5250D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Well, for skills/ concepts, mostly just what we are good at and such.</a:t>
            </a:r>
          </a:p>
          <a:p>
            <a:r>
              <a:rPr lang="en-US" dirty="0"/>
              <a:t>In that vein, it’s useful at home and at work for the same reason; it helps you know </a:t>
            </a:r>
            <a:r>
              <a:rPr lang="en-US" i="1" dirty="0"/>
              <a:t>what </a:t>
            </a:r>
            <a:r>
              <a:rPr lang="en-US" dirty="0"/>
              <a:t>you can do</a:t>
            </a:r>
          </a:p>
        </p:txBody>
      </p:sp>
    </p:spTree>
    <p:extLst>
      <p:ext uri="{BB962C8B-B14F-4D97-AF65-F5344CB8AC3E}">
        <p14:creationId xmlns:p14="http://schemas.microsoft.com/office/powerpoint/2010/main" val="2327775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D5C26-BC31-9ADD-042A-A560185A9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Favorite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FCD8F-2A94-2BD6-109E-EB70A35B5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hard to choose, so I’ll say clubs</a:t>
            </a:r>
          </a:p>
          <a:p>
            <a:r>
              <a:rPr lang="en-US" dirty="0"/>
              <a:t>Microwave meals was quite fun, because, you know, cooking</a:t>
            </a:r>
          </a:p>
          <a:p>
            <a:r>
              <a:rPr lang="en-US" dirty="0"/>
              <a:t>Magic the gathering was also quite fun, just due to playing games with friends</a:t>
            </a:r>
          </a:p>
        </p:txBody>
      </p:sp>
    </p:spTree>
    <p:extLst>
      <p:ext uri="{BB962C8B-B14F-4D97-AF65-F5344CB8AC3E}">
        <p14:creationId xmlns:p14="http://schemas.microsoft.com/office/powerpoint/2010/main" val="4166345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AE3E0-8268-7260-42D6-CE9F67C44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1167"/>
            <a:ext cx="10515600" cy="5811838"/>
          </a:xfrm>
        </p:spPr>
        <p:txBody>
          <a:bodyPr/>
          <a:lstStyle/>
          <a:p>
            <a:r>
              <a:rPr lang="en-US" dirty="0"/>
              <a:t>And now…. </a:t>
            </a:r>
          </a:p>
          <a:p>
            <a:r>
              <a:rPr lang="en-US" dirty="0"/>
              <a:t>The meaning of life…</a:t>
            </a:r>
          </a:p>
        </p:txBody>
      </p:sp>
    </p:spTree>
    <p:extLst>
      <p:ext uri="{BB962C8B-B14F-4D97-AF65-F5344CB8AC3E}">
        <p14:creationId xmlns:p14="http://schemas.microsoft.com/office/powerpoint/2010/main" val="496933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108CC-795E-678A-1CB2-00D11C90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2BACE-863C-C6B6-776D-1F2EE8988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560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142</Words>
  <Application>Microsoft Office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Fall Presentation 2025</vt:lpstr>
      <vt:lpstr>Tech</vt:lpstr>
      <vt:lpstr>Core</vt:lpstr>
      <vt:lpstr>Favorite Memory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Charlie Hatch</dc:creator>
  <cp:lastModifiedBy>Charlie Hatch</cp:lastModifiedBy>
  <cp:revision>5</cp:revision>
  <dcterms:created xsi:type="dcterms:W3CDTF">2025-12-12T20:56:38Z</dcterms:created>
  <dcterms:modified xsi:type="dcterms:W3CDTF">2025-12-12T21:23:31Z</dcterms:modified>
</cp:coreProperties>
</file>