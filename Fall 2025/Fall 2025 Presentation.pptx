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9" d="100"/>
          <a:sy n="99" d="100"/>
        </p:scale>
        <p:origin x="108" y="21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FBADC5-3D0F-1E66-7EB1-99816A4140B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81EB111-7CAC-6E82-9A49-AB69233403A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A8CCBF4-40FD-F9CF-5F38-186E42A1E5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69A610-AB6E-5CC0-8034-FD5F2B2A39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895A92F-C5A3-864A-34E0-F4F91A0941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6684998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8B2471D-5A42-D5F2-9E7A-EBC4ED5C7A0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C51C48C-78EA-740E-62B2-32B3701AD7D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142A24F-9ACA-DEDA-B31E-9B59BD3E50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878A5F8-E423-6C34-D59D-24E530B1A86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1330F41-4E6E-5B82-DED9-A9FEBB479A2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651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3C2AC1-2C7B-B4AF-E521-9F066CBFA7B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5309FC4-BD49-3F67-A9A9-5E4EEB7F3C9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B771D64-31E9-3124-E9DF-C3E83717B6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91C51E8-4FE2-8601-D63E-571882A449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836F28B-C678-69C7-35DA-81A5F518FC4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0715074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AC506FC-BD7C-11E1-5451-1F7380987F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166E58-3660-DEB6-9602-0104642A415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40F8D4C-C6A2-4526-CE39-C9C256E540E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8595995-7D3E-D051-1730-C9E8AD46910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5B4957E-CC1F-D3EF-AE54-D1C7A1D7057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78B646-45F8-B312-E935-D0CCED860F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588762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344B06-5586-95E0-B2FC-7188F1BD69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4D8C800-4656-F301-5AD2-C20339BD9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879C141-5A62-BD30-F6B5-142A6825D8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7838BAF-3C51-690D-DA71-DEC707E52D6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30CEEF-92B2-25E3-31C9-BB02BD8509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68BD3C-8D6D-2C5B-F574-5856F9F643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8D050F3-9D50-C0EC-3A24-6B751B140D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AA977F5-6DA0-13BC-571C-3741C5F389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585829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7F5991-4A8B-2472-6106-7E0EF8882C6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1CEF0-85A0-F5B3-1C7B-6C01AEE273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34C0320-DE88-224C-E257-ABB367BD2B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44700C5-735B-55C6-D5F1-18AD9C5BFC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500717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A30EFC97-3F26-30D6-4B9B-D4033DE22F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ECF4344-CDBC-C9EB-C87E-2B6F2B4EBD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2784C7-CB9F-46C0-CAF9-67051140E99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435449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1C8D1F-2830-4D02-1F8D-6855B60DDC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F46B87A-1E00-7D78-6CBD-24A57B66BED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91FC549-3D01-32FB-7BD3-7EF60238EB1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3F2AAB2-7C4B-BB58-BB44-A91F7DED1BB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206D4B8-EAFE-20B4-CE7D-DD187340DFF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3882569-EB9E-45B7-4AF9-163F481EAC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98236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63CF548-03D7-9980-6B0A-69199AA7FE3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D7C168F3-450D-B8F6-F839-CC66149857D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F0956FB-8286-C2F6-4DC0-948560AA2F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7E736A5-CE21-59D9-0A95-8D1EF542A82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24ED2CA-454A-563D-7BA3-854CF58AB8F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78B9CA-091B-4DA8-5A0F-654816A8930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826733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D6EDD6-B9C8-7666-550B-3C0CBEFA17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7AB2E2A-C1CF-DADE-3876-5B2A6F40529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6392A0C-6B13-1C78-6267-3882B44CF2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B8673-0318-C214-F1F2-1EF41EE12DB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17DBFD-FE60-60AD-6D6C-5525E328F8F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2449870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C5D423E-A6F2-900E-D11D-1E215B4292D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7661FFF-7C95-88A2-697C-B72FD8DF635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B71534-5BF5-3885-CD53-618D3F9CED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8E28F2D-F631-5AA4-9546-495AE2FD5F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BC606B-1AEC-EEBC-B9C6-2F5DA1E40D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850316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EFDF0FD-48C8-4F03-2894-BE0B3D53497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2C5EC6-84C8-BEC7-A6C8-978ACF1F666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1042F98-E14F-3856-B808-CA0473D362A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E6B80E00-EC95-4AB7-B055-3D0247391841}" type="datetimeFigureOut">
              <a:rPr lang="en-US" smtClean="0"/>
              <a:t>12/16/2025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5F8F1C4-0E55-023E-884A-38DE460734C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6B897E-8994-F4E8-8C08-F9A9F072EC1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292A021-A197-4436-85BE-712EC0922496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58491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03803F-7DFA-48B9-3AD4-5441EE7C4783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Fall Presentation</a:t>
            </a:r>
            <a:br>
              <a:rPr lang="en-US" dirty="0"/>
            </a:br>
            <a:r>
              <a:rPr lang="en-US" dirty="0"/>
              <a:t>2025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7816E53-E4A7-0EC3-1436-69EEB247A949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5614813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A6EE7-2009-F4F3-5794-A1C6AFEF91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Tech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F30EBDA-332C-2CE0-6C2D-DED4B0A5B11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 worked on a “snack shack app”</a:t>
            </a:r>
          </a:p>
          <a:p>
            <a:r>
              <a:rPr lang="en-US" dirty="0"/>
              <a:t>The most difficult part would have to be managing time for it… hence it’s lack of completion</a:t>
            </a:r>
          </a:p>
          <a:p>
            <a:pPr lvl="1"/>
            <a:r>
              <a:rPr lang="en-US" dirty="0"/>
              <a:t>However, that leads to my favorite part, which was all the stuff I utilized</a:t>
            </a:r>
          </a:p>
          <a:p>
            <a:r>
              <a:rPr lang="en-US" dirty="0"/>
              <a:t>Skills-wise, mostly logic and reasoning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1A56F579-F58D-270C-5FEC-E13B227247B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3021" y="4477588"/>
            <a:ext cx="3948979" cy="2380412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335E31E1-5E4A-6EB4-91F8-AC1D4E57D68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931650" y="4312118"/>
            <a:ext cx="4180710" cy="24784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5141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59E06B-025A-8E2C-6A20-C2111590B0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33F44B3-07E2-D624-6502-EB9D5250D8B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Well, for skills/ concepts, mostly just what we are good at and such.</a:t>
            </a:r>
          </a:p>
          <a:p>
            <a:r>
              <a:rPr lang="en-US" dirty="0"/>
              <a:t>In that vein, it’s useful at home and at work for the same reason; it helps you know </a:t>
            </a:r>
            <a:r>
              <a:rPr lang="en-US" i="1" dirty="0"/>
              <a:t>what </a:t>
            </a:r>
            <a:r>
              <a:rPr lang="en-US" dirty="0"/>
              <a:t>you can do</a:t>
            </a:r>
          </a:p>
        </p:txBody>
      </p:sp>
    </p:spTree>
    <p:extLst>
      <p:ext uri="{BB962C8B-B14F-4D97-AF65-F5344CB8AC3E}">
        <p14:creationId xmlns:p14="http://schemas.microsoft.com/office/powerpoint/2010/main" val="23277756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16D5C26-BC31-9ADD-042A-A560185A96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Favorite Memory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C2FCD8F-2A94-2BD6-109E-EB70A35B59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It’s hard to choose, so I’ll say clubs</a:t>
            </a:r>
          </a:p>
          <a:p>
            <a:r>
              <a:rPr lang="en-US" dirty="0"/>
              <a:t>Microwave meals was quite fun, because, you know, cooking</a:t>
            </a:r>
          </a:p>
          <a:p>
            <a:r>
              <a:rPr lang="en-US" dirty="0"/>
              <a:t>Magic the gathering was also quite fun, just due to playing games with friends</a:t>
            </a:r>
          </a:p>
        </p:txBody>
      </p:sp>
    </p:spTree>
    <p:extLst>
      <p:ext uri="{BB962C8B-B14F-4D97-AF65-F5344CB8AC3E}">
        <p14:creationId xmlns:p14="http://schemas.microsoft.com/office/powerpoint/2010/main" val="41663452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2AAE3E0-8268-7260-42D6-CE9F67C444F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381167"/>
            <a:ext cx="10515600" cy="5811838"/>
          </a:xfrm>
        </p:spPr>
        <p:txBody>
          <a:bodyPr/>
          <a:lstStyle/>
          <a:p>
            <a:r>
              <a:rPr lang="en-US" dirty="0"/>
              <a:t>And now…. </a:t>
            </a:r>
          </a:p>
          <a:p>
            <a:r>
              <a:rPr lang="en-US" dirty="0"/>
              <a:t>The meaning of life…</a:t>
            </a:r>
          </a:p>
        </p:txBody>
      </p:sp>
    </p:spTree>
    <p:extLst>
      <p:ext uri="{BB962C8B-B14F-4D97-AF65-F5344CB8AC3E}">
        <p14:creationId xmlns:p14="http://schemas.microsoft.com/office/powerpoint/2010/main" val="49693381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0108CC-795E-678A-1CB2-00D11C909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8B2BACE-863C-C6B6-776D-1F2EE898847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5756028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27</TotalTime>
  <Words>142</Words>
  <Application>Microsoft Office PowerPoint</Application>
  <PresentationFormat>Widescreen</PresentationFormat>
  <Paragraphs>15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0" baseType="lpstr">
      <vt:lpstr>Aptos</vt:lpstr>
      <vt:lpstr>Aptos Display</vt:lpstr>
      <vt:lpstr>Arial</vt:lpstr>
      <vt:lpstr>Office Theme</vt:lpstr>
      <vt:lpstr>Fall Presentation 2025</vt:lpstr>
      <vt:lpstr>Tech</vt:lpstr>
      <vt:lpstr>Core</vt:lpstr>
      <vt:lpstr>Favorite Memory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Charlie Hatch</dc:creator>
  <cp:lastModifiedBy>Charlie Hatch</cp:lastModifiedBy>
  <cp:revision>6</cp:revision>
  <dcterms:created xsi:type="dcterms:W3CDTF">2025-12-12T20:56:38Z</dcterms:created>
  <dcterms:modified xsi:type="dcterms:W3CDTF">2025-12-16T17:24:20Z</dcterms:modified>
</cp:coreProperties>
</file>