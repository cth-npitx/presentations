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" dt="2026-09-17T14:34:19.028"/>
    <p1510:client id="{70E034A4-BB94-F8D4-67B6-8AD443040898}" v="40" dt="2026-09-16T19:24:07.670"/>
    <p1510:client id="{B56F71EC-F6B7-385C-DEBA-57351A51A5CE}" v="558" dt="2026-09-16T20:52:48.026"/>
    <p1510:client id="{C709CF2C-F93C-4076-C238-099E9E74D31B}" v="26" dt="2026-09-17T15:11:54.164"/>
    <p1510:client id="{CC656977-A51D-85A4-2C0F-8858A80BAC84}" v="271" dt="2026-09-16T17:16:40.811"/>
    <p1510:client id="{DDE4C246-BC71-FBBD-D9E0-D9A53124C3F1}" v="20" dt="2026-09-16T20:56:33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8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B69B3-698B-4882-A570-9DB574FA6439}" type="datetimeFigureOut"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46EA8-CCA3-4787-BBCF-88E4FAE9F3D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00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Bsod</a:t>
            </a:r>
            <a:r>
              <a:rPr lang="en-US" dirty="0">
                <a:ea typeface="Calibri"/>
                <a:cs typeface="Calibri"/>
              </a:rPr>
              <a:t>: "now, firmware; security vulnerabilities" (insert BSOD)</a:t>
            </a:r>
          </a:p>
          <a:p>
            <a:r>
              <a:rPr lang="en-US" dirty="0">
                <a:ea typeface="Calibri"/>
                <a:cs typeface="Calibri"/>
              </a:rPr>
              <a:t>Fix: in this case, hitting space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SQL string: make the connection to seem more than it really is; explain </a:t>
            </a:r>
            <a:r>
              <a:rPr lang="en-US" dirty="0" err="1">
                <a:ea typeface="Calibri"/>
                <a:cs typeface="Calibri"/>
              </a:rPr>
              <a:t>useage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SQL Code: explain the "must be text" and such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For BSOD, mention firmware updates</a:t>
            </a:r>
          </a:p>
          <a:p>
            <a:r>
              <a:rPr lang="en-US" dirty="0">
                <a:ea typeface="Calibri"/>
                <a:cs typeface="Calibri"/>
              </a:rPr>
              <a:t>For second IT images, explain 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746EA8-CCA3-4787-BBCF-88E4FAE9F3D0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67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746EA8-CCA3-4787-BBCF-88E4FAE9F3D0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90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Charlies Summer End of Term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Author: Charlie</a:t>
            </a:r>
          </a:p>
          <a:p>
            <a:r>
              <a:rPr lang="en-US" dirty="0"/>
              <a:t>Director: n/a</a:t>
            </a:r>
          </a:p>
          <a:p>
            <a:r>
              <a:rPr lang="en-US" dirty="0"/>
              <a:t>Presenter: Charlie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79D088-CF95-97D6-D867-D0F0CAB97D4A}"/>
              </a:ext>
            </a:extLst>
          </p:cNvPr>
          <p:cNvSpPr txBox="1">
            <a:spLocks/>
          </p:cNvSpPr>
          <p:nvPr/>
        </p:nvSpPr>
        <p:spPr>
          <a:xfrm>
            <a:off x="2153139" y="296676"/>
            <a:ext cx="11507637" cy="1454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Advanced App Dev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F2180-E15E-B009-5765-EBED79EED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D92145-DBC3-50B3-05C9-5B448E797B80}"/>
              </a:ext>
            </a:extLst>
          </p:cNvPr>
          <p:cNvSpPr txBox="1">
            <a:spLocks/>
          </p:cNvSpPr>
          <p:nvPr/>
        </p:nvSpPr>
        <p:spPr>
          <a:xfrm>
            <a:off x="2153138" y="3612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F29367-4C72-92D8-15D3-89D7E010A515}"/>
              </a:ext>
            </a:extLst>
          </p:cNvPr>
          <p:cNvGrpSpPr/>
          <p:nvPr/>
        </p:nvGrpSpPr>
        <p:grpSpPr>
          <a:xfrm>
            <a:off x="219300" y="2453747"/>
            <a:ext cx="6135854" cy="4277151"/>
            <a:chOff x="181825" y="2328432"/>
            <a:chExt cx="6023428" cy="416472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A1036F1-5D56-4F13-6E1D-4352A9BFB69B}"/>
                </a:ext>
              </a:extLst>
            </p:cNvPr>
            <p:cNvSpPr/>
            <p:nvPr/>
          </p:nvSpPr>
          <p:spPr>
            <a:xfrm>
              <a:off x="183808" y="5912587"/>
              <a:ext cx="1451428" cy="58057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7923043-7B8C-D2BA-423B-367923E652FD}"/>
                </a:ext>
              </a:extLst>
            </p:cNvPr>
            <p:cNvSpPr/>
            <p:nvPr/>
          </p:nvSpPr>
          <p:spPr>
            <a:xfrm>
              <a:off x="181825" y="2328432"/>
              <a:ext cx="6023428" cy="359228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87F2CF-4A57-E01C-BA69-A4399032BEB1}"/>
              </a:ext>
            </a:extLst>
          </p:cNvPr>
          <p:cNvGrpSpPr/>
          <p:nvPr/>
        </p:nvGrpSpPr>
        <p:grpSpPr>
          <a:xfrm>
            <a:off x="345276" y="2539652"/>
            <a:ext cx="5880481" cy="3943325"/>
            <a:chOff x="345276" y="2563842"/>
            <a:chExt cx="5880481" cy="394332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EEDFA4F-38F5-85C3-D399-80E85A316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5276" y="2563842"/>
              <a:ext cx="5880481" cy="348624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46867F-BCB9-F8B2-0201-CD871ECAE72D}"/>
                </a:ext>
              </a:extLst>
            </p:cNvPr>
            <p:cNvSpPr txBox="1"/>
            <p:nvPr/>
          </p:nvSpPr>
          <p:spPr>
            <a:xfrm>
              <a:off x="350365" y="6141407"/>
              <a:ext cx="2743200" cy="3657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/>
                <a:t>SQL Strings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A8C6A3B-7939-C673-7E80-332FDF50D7FE}"/>
              </a:ext>
            </a:extLst>
          </p:cNvPr>
          <p:cNvGrpSpPr/>
          <p:nvPr/>
        </p:nvGrpSpPr>
        <p:grpSpPr>
          <a:xfrm>
            <a:off x="6818462" y="2706862"/>
            <a:ext cx="5216618" cy="3854637"/>
            <a:chOff x="6818462" y="2706862"/>
            <a:chExt cx="5216618" cy="385463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71CF12A-CDC1-951F-5A49-B76C5782DC54}"/>
                </a:ext>
              </a:extLst>
            </p:cNvPr>
            <p:cNvSpPr/>
            <p:nvPr/>
          </p:nvSpPr>
          <p:spPr>
            <a:xfrm>
              <a:off x="6818462" y="3198814"/>
              <a:ext cx="5216618" cy="336268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5BF732B-86A5-0D5D-FBEF-62C6DDA9976B}"/>
                </a:ext>
              </a:extLst>
            </p:cNvPr>
            <p:cNvSpPr/>
            <p:nvPr/>
          </p:nvSpPr>
          <p:spPr>
            <a:xfrm>
              <a:off x="6832577" y="2706862"/>
              <a:ext cx="2143756" cy="5357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52B6484-5E01-2D71-2D73-2CD119B532CA}"/>
              </a:ext>
            </a:extLst>
          </p:cNvPr>
          <p:cNvGrpSpPr/>
          <p:nvPr/>
        </p:nvGrpSpPr>
        <p:grpSpPr>
          <a:xfrm>
            <a:off x="6926307" y="2819975"/>
            <a:ext cx="4884296" cy="3540535"/>
            <a:chOff x="6926307" y="2832070"/>
            <a:chExt cx="4884296" cy="354053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FBAC885-7D82-F8EA-BEB1-2DFBB8600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6307" y="3462014"/>
              <a:ext cx="4884296" cy="291059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D8F931-0D3F-3937-3FB1-3611DD34D9C7}"/>
                </a:ext>
              </a:extLst>
            </p:cNvPr>
            <p:cNvSpPr txBox="1"/>
            <p:nvPr/>
          </p:nvSpPr>
          <p:spPr>
            <a:xfrm>
              <a:off x="6928984" y="2832070"/>
              <a:ext cx="2743200" cy="3657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/>
                <a:t>Example SQL Code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CCBE0B8-10AE-743A-2C34-BC5BAF4C5AF0}"/>
              </a:ext>
            </a:extLst>
          </p:cNvPr>
          <p:cNvGrpSpPr/>
          <p:nvPr/>
        </p:nvGrpSpPr>
        <p:grpSpPr>
          <a:xfrm>
            <a:off x="3044944" y="1032177"/>
            <a:ext cx="6277390" cy="2352633"/>
            <a:chOff x="-4956336" y="2681172"/>
            <a:chExt cx="6162369" cy="229079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CDC12E1-3C17-5AD8-F60F-EAFA68ADE523}"/>
                </a:ext>
              </a:extLst>
            </p:cNvPr>
            <p:cNvSpPr/>
            <p:nvPr/>
          </p:nvSpPr>
          <p:spPr>
            <a:xfrm>
              <a:off x="-4956336" y="2681172"/>
              <a:ext cx="4551879" cy="229079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0428956-40B1-AD8A-3B51-95C37DB04D08}"/>
                </a:ext>
              </a:extLst>
            </p:cNvPr>
            <p:cNvSpPr/>
            <p:nvPr/>
          </p:nvSpPr>
          <p:spPr>
            <a:xfrm>
              <a:off x="-564230" y="3820471"/>
              <a:ext cx="1770263" cy="51975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C0FC127-E5F6-3899-1AC8-3842449C0DB3}"/>
              </a:ext>
            </a:extLst>
          </p:cNvPr>
          <p:cNvGrpSpPr/>
          <p:nvPr/>
        </p:nvGrpSpPr>
        <p:grpSpPr>
          <a:xfrm>
            <a:off x="3183221" y="1234020"/>
            <a:ext cx="7017585" cy="2001484"/>
            <a:chOff x="222664" y="559463"/>
            <a:chExt cx="7017585" cy="20014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095E34D-5A22-1B05-EBD5-07CF77C50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2664" y="559463"/>
              <a:ext cx="4143376" cy="200148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0914651-7A60-266B-5A31-C7A2DF0A6BD8}"/>
                </a:ext>
              </a:extLst>
            </p:cNvPr>
            <p:cNvSpPr txBox="1"/>
            <p:nvPr/>
          </p:nvSpPr>
          <p:spPr>
            <a:xfrm>
              <a:off x="4497049" y="1561475"/>
              <a:ext cx="2743200" cy="3657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/>
                <a:t>Network Topology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9766E02-D657-17FB-767A-29AB4B5F611C}"/>
              </a:ext>
            </a:extLst>
          </p:cNvPr>
          <p:cNvGrpSpPr/>
          <p:nvPr/>
        </p:nvGrpSpPr>
        <p:grpSpPr>
          <a:xfrm>
            <a:off x="2847941" y="3670446"/>
            <a:ext cx="6909982" cy="2315158"/>
            <a:chOff x="-7187828" y="2681172"/>
            <a:chExt cx="6783371" cy="225430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DF4D7CD-D290-1A9C-8975-F5BC58F9C474}"/>
                </a:ext>
              </a:extLst>
            </p:cNvPr>
            <p:cNvSpPr/>
            <p:nvPr/>
          </p:nvSpPr>
          <p:spPr>
            <a:xfrm>
              <a:off x="-5643058" y="2681172"/>
              <a:ext cx="5238601" cy="225430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6EC0008-DB99-BAC1-BD54-B8B0D2F6FFE9}"/>
                </a:ext>
              </a:extLst>
            </p:cNvPr>
            <p:cNvSpPr/>
            <p:nvPr/>
          </p:nvSpPr>
          <p:spPr>
            <a:xfrm rot="20880000">
              <a:off x="-7187828" y="3104130"/>
              <a:ext cx="2285304" cy="47110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9EBC4D3-E05F-AE4A-8EA1-F976B89BE657}"/>
              </a:ext>
            </a:extLst>
          </p:cNvPr>
          <p:cNvSpPr txBox="1"/>
          <p:nvPr/>
        </p:nvSpPr>
        <p:spPr>
          <a:xfrm rot="-720000">
            <a:off x="2835638" y="407232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Fimware</a:t>
            </a:r>
            <a:r>
              <a:rPr lang="en-US" dirty="0"/>
              <a:t> Updates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E978A0-5EFC-5E9F-B7DC-134A56DA4E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04" t="14434" b="-2313"/>
          <a:stretch>
            <a:fillRect/>
          </a:stretch>
        </p:blipFill>
        <p:spPr>
          <a:xfrm>
            <a:off x="4644888" y="4251029"/>
            <a:ext cx="4992523" cy="1448091"/>
          </a:xfrm>
          <a:prstGeom prst="rect">
            <a:avLst/>
          </a:prstGeom>
        </p:spPr>
      </p:pic>
      <p:pic>
        <p:nvPicPr>
          <p:cNvPr id="37" name="Picture 36" descr="A screenshot of a phone&#10;&#10;AI-generated content may be incorrect.">
            <a:extLst>
              <a:ext uri="{FF2B5EF4-FFF2-40B4-BE49-F238E27FC236}">
                <a16:creationId xmlns:a16="http://schemas.microsoft.com/office/drawing/2014/main" id="{95F9C633-000F-3A99-23E8-6254720DA40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25" t="75757" r="-1485" b="-4525"/>
          <a:stretch>
            <a:fillRect/>
          </a:stretch>
        </p:blipFill>
        <p:spPr>
          <a:xfrm>
            <a:off x="4589176" y="5225721"/>
            <a:ext cx="5164840" cy="47405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9436EA9-EC03-6977-17B7-15C4F0B4D04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BD51B22-6035-47AA-F096-DF50E1293D3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70A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4" name="Picture 3" descr="A blue screen with a qr code&#10;&#10;AI-generated content may be incorrect.">
              <a:extLst>
                <a:ext uri="{FF2B5EF4-FFF2-40B4-BE49-F238E27FC236}">
                  <a16:creationId xmlns:a16="http://schemas.microsoft.com/office/drawing/2014/main" id="{093AC10B-ECC1-A72C-BD4E-BE5469028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93440" y="1298191"/>
              <a:ext cx="5324442" cy="36704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826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550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2" grpId="0"/>
      <p:bldP spid="5" grpId="0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D134C2-73B9-A76A-7E39-3169D4EDA6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5" t="130" r="139"/>
          <a:stretch>
            <a:fillRect/>
          </a:stretch>
        </p:blipFill>
        <p:spPr>
          <a:xfrm>
            <a:off x="830005" y="367165"/>
            <a:ext cx="10213494" cy="5958876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5EBA86-44A5-3C4C-75BA-9477135DF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Core: Self Managment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BC09B-D6C1-D87F-5C2C-4D70394D2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Different “blockers” for motivation (it’s got some good concepts, don’t get me started on the ma… </a:t>
            </a:r>
          </a:p>
          <a:p>
            <a:r>
              <a:rPr lang="en-US" dirty="0" err="1"/>
              <a:t>Hygein</a:t>
            </a:r>
            <a:r>
              <a:rPr lang="en-US" dirty="0"/>
              <a:t> (fun fact; research shows 100% of people who are unhygienic have poor hygiene)</a:t>
            </a:r>
          </a:p>
          <a:p>
            <a:r>
              <a:rPr lang="en-US" dirty="0"/>
              <a:t>The whole concept of “emotional intelligence”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Those last 2 where more review, but still useful!</a:t>
            </a:r>
          </a:p>
        </p:txBody>
      </p:sp>
    </p:spTree>
    <p:extLst>
      <p:ext uri="{BB962C8B-B14F-4D97-AF65-F5344CB8AC3E}">
        <p14:creationId xmlns:p14="http://schemas.microsoft.com/office/powerpoint/2010/main" val="239620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7F828-651A-BB3F-72A1-CB1C42CEA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Club: </a:t>
            </a:r>
            <a:r>
              <a:rPr lang="en-US" dirty="0" err="1"/>
              <a:t>Startrek</a:t>
            </a:r>
            <a:r>
              <a:rPr lang="en-US" dirty="0"/>
              <a:t> Club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341DC-59B2-2461-01F2-51AAC0A6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term I had </a:t>
            </a:r>
            <a:r>
              <a:rPr lang="en-US" dirty="0" err="1"/>
              <a:t>startrek</a:t>
            </a:r>
            <a:r>
              <a:rPr lang="en-US" dirty="0"/>
              <a:t> club, which was, well, okay; </a:t>
            </a:r>
            <a:r>
              <a:rPr lang="en-US" dirty="0" err="1"/>
              <a:t>Startrek</a:t>
            </a:r>
            <a:r>
              <a:rPr lang="en-US" dirty="0"/>
              <a:t> and Cohen. Need I expand </a:t>
            </a:r>
            <a:r>
              <a:rPr lang="en-US"/>
              <a:t>on that (: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may have noticed the lack of “favorite memory”, that’s because it’s here: it would have to be watching </a:t>
            </a:r>
            <a:r>
              <a:rPr lang="en-US" dirty="0" err="1"/>
              <a:t>Startrek</a:t>
            </a:r>
            <a:r>
              <a:rPr lang="en-US" dirty="0"/>
              <a:t> IV: The Voyage Home (or as we like to call it “the whale one”). Basically, they have to go back in time to rescue whales…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024DAB-534E-8485-AB12-6418A07A6930}"/>
              </a:ext>
            </a:extLst>
          </p:cNvPr>
          <p:cNvSpPr txBox="1">
            <a:spLocks/>
          </p:cNvSpPr>
          <p:nvPr/>
        </p:nvSpPr>
        <p:spPr>
          <a:xfrm>
            <a:off x="838200" y="3651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Club: </a:t>
            </a:r>
            <a:r>
              <a:rPr lang="en-US" dirty="0" err="1"/>
              <a:t>Startrek</a:t>
            </a:r>
            <a:r>
              <a:rPr lang="en-US" dirty="0"/>
              <a:t> Club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0035D-BAAA-9B2D-91A0-848DD25989F0}"/>
              </a:ext>
            </a:extLst>
          </p:cNvPr>
          <p:cNvSpPr txBox="1"/>
          <p:nvPr/>
        </p:nvSpPr>
        <p:spPr>
          <a:xfrm>
            <a:off x="1534438" y="240082"/>
            <a:ext cx="20981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One is my name, one isn't</a:t>
            </a:r>
          </a:p>
        </p:txBody>
      </p:sp>
    </p:spTree>
    <p:extLst>
      <p:ext uri="{BB962C8B-B14F-4D97-AF65-F5344CB8AC3E}">
        <p14:creationId xmlns:p14="http://schemas.microsoft.com/office/powerpoint/2010/main" val="294718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2B2E5-EA9A-C399-84E2-37383CCBC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now;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38E5-D4F0-CDB4-0C38-1B6EAFBD8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The moment you’ve been waiting for:</a:t>
            </a:r>
          </a:p>
          <a:p>
            <a:pPr marL="0" indent="0">
              <a:buNone/>
            </a:pPr>
            <a:r>
              <a:rPr lang="en-US" dirty="0"/>
              <a:t>THE END (fade to black)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Uh… one sec… THE END</a:t>
            </a:r>
          </a:p>
        </p:txBody>
      </p:sp>
    </p:spTree>
    <p:extLst>
      <p:ext uri="{BB962C8B-B14F-4D97-AF65-F5344CB8AC3E}">
        <p14:creationId xmlns:p14="http://schemas.microsoft.com/office/powerpoint/2010/main" val="1518777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268</Words>
  <Application>Microsoft Office PowerPoint</Application>
  <PresentationFormat>Widescreen</PresentationFormat>
  <Paragraphs>36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Charlies Summer End of Term Presentation</vt:lpstr>
      <vt:lpstr>Tech:</vt:lpstr>
      <vt:lpstr>Core: Self Managment</vt:lpstr>
      <vt:lpstr>Club: Startrek Club</vt:lpstr>
      <vt:lpstr>And now;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Charlie Hatch</cp:lastModifiedBy>
  <cp:revision>474</cp:revision>
  <dcterms:created xsi:type="dcterms:W3CDTF">2026-09-16T16:03:52Z</dcterms:created>
  <dcterms:modified xsi:type="dcterms:W3CDTF">2026-09-17T15:25:47Z</dcterms:modified>
</cp:coreProperties>
</file>