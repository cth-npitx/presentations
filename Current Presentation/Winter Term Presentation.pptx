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0722A-02D2-41F8-B026-FA0401D5427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E3524-973D-4A45-B87C-406820F93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02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E3524-973D-4A45-B87C-406820F93C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7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58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3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93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4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00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10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1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57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65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53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86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12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29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8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45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50EBB9A-EC33-4563-8904-8C39D38448B7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B0083B8-866D-4861-BCC8-9CFD4D4E0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2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F45A4-2935-985C-43CD-FD6ECA2B5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Winter Term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0E7F9-C0EB-F641-27D6-F6D9FEBAB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4981573"/>
            <a:ext cx="4572000" cy="333376"/>
          </a:xfrm>
        </p:spPr>
        <p:txBody>
          <a:bodyPr anchor="ctr">
            <a:noAutofit/>
          </a:bodyPr>
          <a:lstStyle/>
          <a:p>
            <a:pPr algn="r"/>
            <a:r>
              <a:rPr lang="en-US" dirty="0"/>
              <a:t>Charlie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CDFB29-3DAD-D584-DDD3-0B909699E418}"/>
              </a:ext>
            </a:extLst>
          </p:cNvPr>
          <p:cNvSpPr/>
          <p:nvPr/>
        </p:nvSpPr>
        <p:spPr>
          <a:xfrm>
            <a:off x="6019801" y="4981573"/>
            <a:ext cx="4572000" cy="333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Hatch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2C624D-A75D-78EE-FDD3-C7C21EA4EFAF}"/>
              </a:ext>
            </a:extLst>
          </p:cNvPr>
          <p:cNvSpPr/>
          <p:nvPr/>
        </p:nvSpPr>
        <p:spPr>
          <a:xfrm>
            <a:off x="3810001" y="4648197"/>
            <a:ext cx="4133850" cy="333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0225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4" fill="hold" grpId="0" nodeType="afterEffect" p14:presetBounceEnd="2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5000">
                                          <p:cBhvr additive="base">
                                            <p:cTn id="11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5000">
                                          <p:cBhvr additive="base">
                                            <p:cTn id="12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p14:presetBounceEnd="25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5000">
                                          <p:cBhvr additive="base">
                                            <p:cTn id="15" dur="2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5000">
                                          <p:cBhvr additive="base">
                                            <p:cTn id="16" dur="2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25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5000">
                                          <p:cBhvr additive="base">
                                            <p:cTn id="1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5000">
                                          <p:cBhvr additive="base">
                                            <p:cTn id="2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 build="p"/>
          <p:bldP spid="4" grpId="0"/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/>
          <p:bldP spid="3" grpId="0" build="p"/>
          <p:bldP spid="4" grpId="0"/>
          <p:bldP spid="5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697C-6D32-E485-40DF-B7C6EA971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181F-2A93-B56E-C89B-C964A9202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independence I, well, honestly, am not 100% positive what I got out of it. But, I, uh… </a:t>
            </a:r>
          </a:p>
        </p:txBody>
      </p:sp>
    </p:spTree>
    <p:extLst>
      <p:ext uri="{BB962C8B-B14F-4D97-AF65-F5344CB8AC3E}">
        <p14:creationId xmlns:p14="http://schemas.microsoft.com/office/powerpoint/2010/main" val="6761822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94A34-B202-4191-03BD-57FED00A7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Appdev</a:t>
            </a:r>
            <a:r>
              <a:rPr lang="en-US" dirty="0"/>
              <a:t> 3/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C1112-D005-2C0A-08F1-70D49C66F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appdev</a:t>
            </a:r>
            <a:r>
              <a:rPr lang="en-US" dirty="0"/>
              <a:t> 3 I continued work on my “snack shack”, this time trying to re-write it with the concepts from another code (my address book).</a:t>
            </a:r>
          </a:p>
          <a:p>
            <a:r>
              <a:rPr lang="en-US" dirty="0"/>
              <a:t>The hardest part was, well, the same as the easiest part, getting the code to function. It would make sense and work (easiest), then… not (hardest)</a:t>
            </a:r>
          </a:p>
        </p:txBody>
      </p:sp>
    </p:spTree>
    <p:extLst>
      <p:ext uri="{BB962C8B-B14F-4D97-AF65-F5344CB8AC3E}">
        <p14:creationId xmlns:p14="http://schemas.microsoft.com/office/powerpoint/2010/main" val="17988303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2923-2091-8D24-F945-57F591B4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Favorite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3C0CA-C5FB-E0E5-3961-6F69EA172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Well, it’s hard to choose. So, I’ll go with Star Wars Club with Cohen, cause, well, Cohen</a:t>
            </a:r>
          </a:p>
        </p:txBody>
      </p:sp>
    </p:spTree>
    <p:extLst>
      <p:ext uri="{BB962C8B-B14F-4D97-AF65-F5344CB8AC3E}">
        <p14:creationId xmlns:p14="http://schemas.microsoft.com/office/powerpoint/2010/main" val="15302967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1600</TotalTime>
  <Words>129</Words>
  <Application>Microsoft Office PowerPoint</Application>
  <PresentationFormat>Widescreen</PresentationFormat>
  <Paragraphs>13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Century Gothic</vt:lpstr>
      <vt:lpstr>Wingdings 3</vt:lpstr>
      <vt:lpstr>Ion Boardroom</vt:lpstr>
      <vt:lpstr>Winter Term Presentation</vt:lpstr>
      <vt:lpstr>Core</vt:lpstr>
      <vt:lpstr>Appdev 3/ IT</vt:lpstr>
      <vt:lpstr>Favorite Memory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Charlie Hatch &lt;charlie.hatch@hatchville.com&gt;</dc:creator>
  <cp:lastModifiedBy>Charlie Hatch &lt;charlie.hatch@hatchville.com&gt;</cp:lastModifiedBy>
  <cp:revision>3</cp:revision>
  <dcterms:created xsi:type="dcterms:W3CDTF">2026-03-21T15:02:37Z</dcterms:created>
  <dcterms:modified xsi:type="dcterms:W3CDTF">2026-03-22T20:43:28Z</dcterms:modified>
</cp:coreProperties>
</file>