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5A7E3B-7003-CEEA-491B-F8CDF23E9831}" v="554" dt="2026-03-25T15:48:54.78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9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11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30722A-02D2-41F8-B026-FA0401D54278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CE3524-973D-4A45-B87C-406820F93C5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9102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words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CE3524-973D-4A45-B87C-406820F93C5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1503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673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2558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032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0293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94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6006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7106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1213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4577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52657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97539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19869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383993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37121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22291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385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09454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F50EBB9A-EC33-4563-8904-8C39D38448B7}" type="datetimeFigureOut">
              <a:rPr lang="en-US" smtClean="0"/>
              <a:t>3/25/2026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1B0083B8-866D-4861-BCC8-9CFD4D4E0B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10245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F45A4-2935-985C-43CD-FD6ECA2B51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Winter Term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0E7F9-C0EB-F641-27D6-F6D9FEBABE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1" y="4981573"/>
            <a:ext cx="4572000" cy="333376"/>
          </a:xfrm>
        </p:spPr>
        <p:txBody>
          <a:bodyPr anchor="ctr">
            <a:noAutofit/>
          </a:bodyPr>
          <a:lstStyle/>
          <a:p>
            <a:pPr algn="r"/>
            <a:r>
              <a:rPr lang="en-US" dirty="0"/>
              <a:t>Charlie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CDFB29-3DAD-D584-DDD3-0B909699E418}"/>
              </a:ext>
            </a:extLst>
          </p:cNvPr>
          <p:cNvSpPr/>
          <p:nvPr/>
        </p:nvSpPr>
        <p:spPr>
          <a:xfrm>
            <a:off x="6019801" y="4981573"/>
            <a:ext cx="457200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</a:rPr>
              <a:t>Hatch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C624D-A75D-78EE-FDD3-C7C21EA4EFAF}"/>
              </a:ext>
            </a:extLst>
          </p:cNvPr>
          <p:cNvSpPr/>
          <p:nvPr/>
        </p:nvSpPr>
        <p:spPr>
          <a:xfrm>
            <a:off x="3810001" y="4648197"/>
            <a:ext cx="4133850" cy="33337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</a:rPr>
              <a:t>By</a:t>
            </a:r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4702257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 p14:presetBounceEnd="25000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 p14:presetBounceEnd="25000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 p14:bounceEnd="25000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 p14:bounceEnd="25000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2" presetClass="entr" presetSubtype="8" fill="hold" grpId="0" nodeType="click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Effect transition="in" filter="wipe(left)">
                                          <p:cBhvr>
                                            <p:cTn id="7" dur="500"/>
                                            <p:tgtEl>
                                              <p:spTgt spid="2"/>
                                            </p:tgtEl>
                                          </p:cBhvr>
                                        </p:animEffect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  <p:par>
                              <p:cTn id="8" fill="hold">
                                <p:stCondLst>
                                  <p:cond delay="500"/>
                                </p:stCondLst>
                                <p:childTnLst>
                                  <p:par>
                                    <p:cTn id="9" presetID="2" presetClass="entr" presetSubtype="4" fill="hold" grpId="0" nodeType="after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1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1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2" dur="2000" fill="hold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3" presetID="2" presetClass="entr" presetSubtype="8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5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16" dur="2000" fill="hold"/>
                                            <p:tgtEl>
                                              <p:spTgt spid="3">
                                                <p:txEl>
                                                  <p:pRg st="0" end="0"/>
                                                </p:txEl>
                                              </p:spTgt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2" presetClass="entr" presetSubtype="2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19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w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20" dur="200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2" grpId="0"/>
          <p:bldP spid="3" grpId="0" build="p"/>
          <p:bldP spid="4" grpId="0"/>
          <p:bldP spid="5" grpId="0"/>
        </p:bldLst>
      </p:timing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C697C-6D32-E485-40DF-B7C6EA9715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4181F-2A93-B56E-C89B-C964A9202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Independence includes things like </a:t>
            </a:r>
            <a:r>
              <a:rPr lang="en-US" err="1"/>
              <a:t>saftey</a:t>
            </a:r>
          </a:p>
          <a:p>
            <a:r>
              <a:rPr lang="en-US"/>
              <a:t>While I knew a good amount of this, it did do 2 things:</a:t>
            </a:r>
          </a:p>
          <a:p>
            <a:pPr lvl="1">
              <a:buFont typeface="Courier New" charset="2"/>
              <a:buChar char="o"/>
            </a:pPr>
            <a:r>
              <a:rPr lang="en-US"/>
              <a:t>Fill in/ add a few details</a:t>
            </a:r>
          </a:p>
          <a:p>
            <a:pPr lvl="1">
              <a:buFont typeface="Courier New" charset="2"/>
              <a:buChar char="o"/>
            </a:pPr>
            <a:r>
              <a:rPr lang="en-US" dirty="0"/>
              <a:t>Show me that what I knew was accurate, unlike what others have told me</a:t>
            </a:r>
          </a:p>
        </p:txBody>
      </p:sp>
    </p:spTree>
    <p:extLst>
      <p:ext uri="{BB962C8B-B14F-4D97-AF65-F5344CB8AC3E}">
        <p14:creationId xmlns:p14="http://schemas.microsoft.com/office/powerpoint/2010/main" val="67618224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294A34-B202-4191-03BD-57FED00A7E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Appdev</a:t>
            </a:r>
            <a:r>
              <a:rPr lang="en-US" dirty="0"/>
              <a:t> 3/ IT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1C1112-D005-2C0A-08F1-70D49C66F0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</a:t>
            </a:r>
            <a:r>
              <a:rPr lang="en-US" dirty="0" err="1"/>
              <a:t>appdev</a:t>
            </a:r>
            <a:r>
              <a:rPr lang="en-US" dirty="0"/>
              <a:t> 3 I continued work on my “snack shack”, this time trying to re-write it with the concepts from another code (my address book).</a:t>
            </a:r>
          </a:p>
          <a:p>
            <a:r>
              <a:rPr lang="en-US" dirty="0"/>
              <a:t>The hardest part was, well, the same as the easiest part, getting the code to function. It would make sense and work (easiest), then… not (hardest)</a:t>
            </a:r>
          </a:p>
        </p:txBody>
      </p:sp>
      <p:pic>
        <p:nvPicPr>
          <p:cNvPr id="4" name="Picture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CBA9DED-7D9A-AC9C-8F88-DAB397F71D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5557" y="1878338"/>
            <a:ext cx="3229447" cy="1960599"/>
          </a:xfrm>
          <a:prstGeom prst="rect">
            <a:avLst/>
          </a:prstGeom>
        </p:spPr>
      </p:pic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0575A5C-872B-8A8A-D9C1-8EDA4DF92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8220" y="1468617"/>
            <a:ext cx="1371674" cy="817327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61D584-DDA5-C1FE-6A82-D8EEAE314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3522" y="5534086"/>
            <a:ext cx="2076450" cy="1133475"/>
          </a:xfrm>
          <a:prstGeom prst="rect">
            <a:avLst/>
          </a:prstGeom>
        </p:spPr>
      </p:pic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C3BA979-7AD0-ED69-E5F2-5650A788F9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83650" y="5740432"/>
            <a:ext cx="1971675" cy="7143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F681B54-E0A9-B41E-C037-44DDCF6C775E}"/>
              </a:ext>
            </a:extLst>
          </p:cNvPr>
          <p:cNvSpPr txBox="1"/>
          <p:nvPr/>
        </p:nvSpPr>
        <p:spPr>
          <a:xfrm>
            <a:off x="1253925" y="4311570"/>
            <a:ext cx="10938075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As for what I managed, well, I somewhat re-built it, and was able to re-use code, so the same amount of work was done in: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3288E0-51B6-7A73-E606-275C7DF688AE}"/>
              </a:ext>
            </a:extLst>
          </p:cNvPr>
          <p:cNvSpPr txBox="1"/>
          <p:nvPr/>
        </p:nvSpPr>
        <p:spPr>
          <a:xfrm>
            <a:off x="1253923" y="517002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290 commits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AAB7F55-FE75-F6AC-39D3-27FAEF0FA20C}"/>
              </a:ext>
            </a:extLst>
          </p:cNvPr>
          <p:cNvSpPr txBox="1"/>
          <p:nvPr/>
        </p:nvSpPr>
        <p:spPr>
          <a:xfrm>
            <a:off x="4501034" y="5169564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902 commits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B330B9-4CC2-04B5-B49D-2D1CCACA779D}"/>
              </a:ext>
            </a:extLst>
          </p:cNvPr>
          <p:cNvSpPr txBox="1"/>
          <p:nvPr/>
        </p:nvSpPr>
        <p:spPr>
          <a:xfrm>
            <a:off x="2732565" y="5160952"/>
            <a:ext cx="2305291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/>
              <a:t>As opposed to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B646B1-8070-ABE0-1B07-B86DC4B73E0F}"/>
              </a:ext>
            </a:extLst>
          </p:cNvPr>
          <p:cNvSpPr txBox="1"/>
          <p:nvPr/>
        </p:nvSpPr>
        <p:spPr>
          <a:xfrm>
            <a:off x="1253924" y="5739114"/>
            <a:ext cx="9838479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/>
              <a:t>As for IT, I did lots of stuff, but the one which sticks out is breaking windows by deleting </a:t>
            </a:r>
            <a:r>
              <a:rPr lang="en-US"/>
              <a:t>system32</a:t>
            </a:r>
            <a:endParaRPr lang="en-US" dirty="0"/>
          </a:p>
          <a:p>
            <a:r>
              <a:rPr lang="en-US" dirty="0"/>
              <a:t>As well as doing a similar thing to </a:t>
            </a:r>
            <a:r>
              <a:rPr lang="en-US" dirty="0" err="1"/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179883038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9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4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8" grpId="0"/>
      <p:bldP spid="9" grpId="0"/>
      <p:bldP spid="10" grpId="0"/>
      <p:bldP spid="11" grpId="0"/>
      <p:bldP spid="1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F2923-2091-8D24-F945-57F591B4B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F3C0CA-C5FB-E0E5-3961-6F69EA172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Well, it’s hard to choose. So, I’ll go deleting part of system32 and breaking </a:t>
            </a:r>
            <a:r>
              <a:rPr lang="en-US"/>
              <a:t>a windows install.</a:t>
            </a:r>
          </a:p>
          <a:p>
            <a:r>
              <a:rPr lang="en-US" dirty="0"/>
              <a:t>As well as breaking </a:t>
            </a:r>
            <a:r>
              <a:rPr lang="en-US" dirty="0" err="1"/>
              <a:t>linux</a:t>
            </a:r>
            <a:r>
              <a:rPr lang="en-US" dirty="0"/>
              <a:t> via something similar</a:t>
            </a:r>
          </a:p>
        </p:txBody>
      </p:sp>
    </p:spTree>
    <p:extLst>
      <p:ext uri="{BB962C8B-B14F-4D97-AF65-F5344CB8AC3E}">
        <p14:creationId xmlns:p14="http://schemas.microsoft.com/office/powerpoint/2010/main" val="153029677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1600</TotalTime>
  <Words>129</Words>
  <Application>Microsoft Office PowerPoint</Application>
  <PresentationFormat>Widescreen</PresentationFormat>
  <Paragraphs>13</Paragraphs>
  <Slides>4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Ion Boardroom</vt:lpstr>
      <vt:lpstr>Winter Term Presentation</vt:lpstr>
      <vt:lpstr>Core</vt:lpstr>
      <vt:lpstr>Appdev 3/ IT</vt:lpstr>
      <vt:lpstr>Favorite Memory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 &lt;charlie.hatch@hatchville.com&gt;</dc:creator>
  <cp:lastModifiedBy>Charlie Hatch &lt;charlie.hatch@hatchville.com&gt;</cp:lastModifiedBy>
  <cp:revision>133</cp:revision>
  <dcterms:created xsi:type="dcterms:W3CDTF">2026-03-21T15:02:37Z</dcterms:created>
  <dcterms:modified xsi:type="dcterms:W3CDTF">2026-03-25T15:49:13Z</dcterms:modified>
</cp:coreProperties>
</file>