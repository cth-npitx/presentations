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5A7E3B-7003-CEEA-491B-F8CDF23E9831}" v="268" dt="2026-03-25T15:21:03.7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0722A-02D2-41F8-B026-FA0401D5427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E3524-973D-4A45-B87C-406820F93C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02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CE3524-973D-4A45-B87C-406820F93C5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7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58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032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93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00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1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1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577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265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53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986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8399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121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29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5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4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F45A4-2935-985C-43CD-FD6ECA2B51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Winter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0E7F9-C0EB-F641-27D6-F6D9FEBABE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4981573"/>
            <a:ext cx="4572000" cy="333376"/>
          </a:xfrm>
        </p:spPr>
        <p:txBody>
          <a:bodyPr anchor="ctr">
            <a:noAutofit/>
          </a:bodyPr>
          <a:lstStyle/>
          <a:p>
            <a:pPr algn="r"/>
            <a:r>
              <a:rPr lang="en-US" dirty="0"/>
              <a:t>Charlie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CDFB29-3DAD-D584-DDD3-0B909699E418}"/>
              </a:ext>
            </a:extLst>
          </p:cNvPr>
          <p:cNvSpPr/>
          <p:nvPr/>
        </p:nvSpPr>
        <p:spPr>
          <a:xfrm>
            <a:off x="6019801" y="4981573"/>
            <a:ext cx="457200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Hatch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C624D-A75D-78EE-FDD3-C7C21EA4EFAF}"/>
              </a:ext>
            </a:extLst>
          </p:cNvPr>
          <p:cNvSpPr/>
          <p:nvPr/>
        </p:nvSpPr>
        <p:spPr>
          <a:xfrm>
            <a:off x="3810001" y="4648197"/>
            <a:ext cx="413385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By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225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C697C-6D32-E485-40DF-B7C6EA971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4181F-2A93-B56E-C89B-C964A9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1822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4A34-B202-4191-03BD-57FED00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Appdev</a:t>
            </a:r>
            <a:r>
              <a:rPr lang="en-US" dirty="0"/>
              <a:t> 3/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C1112-D005-2C0A-08F1-70D49C66F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appdev</a:t>
            </a:r>
            <a:r>
              <a:rPr lang="en-US" dirty="0"/>
              <a:t> 3 I continued work on my “snack shack”, this time trying to re-write it with the concepts from another code (my address book).</a:t>
            </a:r>
          </a:p>
          <a:p>
            <a:r>
              <a:rPr lang="en-US" dirty="0"/>
              <a:t>The hardest part was, well, the same as the easiest part, getting the code to function. It would make sense and work (easiest), then… not (hardest)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CBA9DED-7D9A-AC9C-8F88-DAB397F71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5557" y="1878338"/>
            <a:ext cx="3229447" cy="1960599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575A5C-872B-8A8A-D9C1-8EDA4DF92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220" y="1468617"/>
            <a:ext cx="1371674" cy="817327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61D584-DDA5-C1FE-6A82-D8EEAE31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522" y="5534086"/>
            <a:ext cx="2076450" cy="11334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BA979-7AD0-ED69-E5F2-5650A788F9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650" y="5740432"/>
            <a:ext cx="1971675" cy="714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81B54-E0A9-B41E-C037-44DDCF6C775E}"/>
              </a:ext>
            </a:extLst>
          </p:cNvPr>
          <p:cNvSpPr txBox="1"/>
          <p:nvPr/>
        </p:nvSpPr>
        <p:spPr>
          <a:xfrm>
            <a:off x="1253925" y="4311570"/>
            <a:ext cx="109380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what I managed, well, I somewhat re-built it, and was able to re-use code, so the same amount of work was done in: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288E0-51B6-7A73-E606-275C7DF688AE}"/>
              </a:ext>
            </a:extLst>
          </p:cNvPr>
          <p:cNvSpPr txBox="1"/>
          <p:nvPr/>
        </p:nvSpPr>
        <p:spPr>
          <a:xfrm>
            <a:off x="1253923" y="517002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290 commits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AB7F55-FE75-F6AC-39D3-27FAEF0FA20C}"/>
              </a:ext>
            </a:extLst>
          </p:cNvPr>
          <p:cNvSpPr txBox="1"/>
          <p:nvPr/>
        </p:nvSpPr>
        <p:spPr>
          <a:xfrm>
            <a:off x="4501034" y="516956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902 commits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B330B9-4CC2-04B5-B49D-2D1CCACA779D}"/>
              </a:ext>
            </a:extLst>
          </p:cNvPr>
          <p:cNvSpPr txBox="1"/>
          <p:nvPr/>
        </p:nvSpPr>
        <p:spPr>
          <a:xfrm>
            <a:off x="2732565" y="5160952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As opposed to</a:t>
            </a:r>
          </a:p>
        </p:txBody>
      </p:sp>
    </p:spTree>
    <p:extLst>
      <p:ext uri="{BB962C8B-B14F-4D97-AF65-F5344CB8AC3E}">
        <p14:creationId xmlns:p14="http://schemas.microsoft.com/office/powerpoint/2010/main" val="179883038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F2923-2091-8D24-F945-57F591B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0CA-C5FB-E0E5-3961-6F69EA1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it’s hard to choose. So, I’ll go with Star Wars Club with Cohen, cause, well, Cohen</a:t>
            </a:r>
          </a:p>
        </p:txBody>
      </p:sp>
    </p:spTree>
    <p:extLst>
      <p:ext uri="{BB962C8B-B14F-4D97-AF65-F5344CB8AC3E}">
        <p14:creationId xmlns:p14="http://schemas.microsoft.com/office/powerpoint/2010/main" val="15302967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1600</TotalTime>
  <Words>129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Ion Boardroom</vt:lpstr>
      <vt:lpstr>Winter Term Presentation</vt:lpstr>
      <vt:lpstr>Core</vt:lpstr>
      <vt:lpstr>Appdev 3/ IT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 &lt;charlie.hatch@hatchville.com&gt;</dc:creator>
  <cp:lastModifiedBy>Charlie Hatch &lt;charlie.hatch@hatchville.com&gt;</cp:lastModifiedBy>
  <cp:revision>64</cp:revision>
  <dcterms:created xsi:type="dcterms:W3CDTF">2026-03-21T15:02:37Z</dcterms:created>
  <dcterms:modified xsi:type="dcterms:W3CDTF">2026-03-25T15:21:46Z</dcterms:modified>
</cp:coreProperties>
</file>