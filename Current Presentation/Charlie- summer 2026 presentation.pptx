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E034A4-BB94-F8D4-67B6-8AD443040898}" v="40" dt="2026-09-16T19:24:07.670"/>
    <p1510:client id="{B56F71EC-F6B7-385C-DEBA-57351A51A5CE}" v="13" dt="2026-09-16T19:35:59.011"/>
    <p1510:client id="{CC656977-A51D-85A4-2C0F-8858A80BAC84}" v="271" dt="2026-09-16T17:16:40.8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one thing about networking, can't cause crashes... insert </a:t>
            </a:r>
            <a:r>
              <a:rPr lang="en-US" dirty="0" err="1">
                <a:ea typeface="Calibri"/>
                <a:cs typeface="Calibri"/>
              </a:rPr>
              <a:t>bsod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31822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23A61D-3E82-AFDE-6E46-A89110E82F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453" y="3160990"/>
            <a:ext cx="6169547" cy="3697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5" t="130" r="139"/>
          <a:stretch>
            <a:fillRect/>
          </a:stretch>
        </p:blipFill>
        <p:spPr>
          <a:xfrm>
            <a:off x="830005" y="367165"/>
            <a:ext cx="10213494" cy="5958876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So, I learned a good amount in self-management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004E-EF71-9197-6B85-D0142E57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B66EF-0CE6-6948-73F2-46E646BCE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708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5B7BE17-E49E-766F-92F2-A8A7AC40165D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Art Through The Ages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Club: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0939E82-4970-022D-9999-07C6BB1F0FBB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Star Trek Club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5" grpId="0"/>
      <p:bldP spid="5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Of course,   </a:t>
            </a:r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40E79D08-6933-85CA-D750-3A34B3FBC381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F9A5C66-D130-5D59-F688-0290BD303654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10" name="Picture 9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43204064-87A6-92BE-55E2-FCD9052D1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33004409"/>
      </p:ext>
    </p:extLst>
  </p:cSld>
  <p:clrMapOvr>
    <a:masterClrMapping/>
  </p:clrMapOvr>
  <p:transition advClick="0"/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7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Tech:</vt:lpstr>
      <vt:lpstr>Core: Self Managment</vt:lpstr>
      <vt:lpstr>Favorite Memory</vt:lpstr>
      <vt:lpstr>Club: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147</cp:revision>
  <dcterms:created xsi:type="dcterms:W3CDTF">2026-09-16T16:03:52Z</dcterms:created>
  <dcterms:modified xsi:type="dcterms:W3CDTF">2026-09-16T19:36:14Z</dcterms:modified>
</cp:coreProperties>
</file>