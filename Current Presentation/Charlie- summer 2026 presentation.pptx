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79" dt="2026-09-17T16:34:49.310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first one, it's "major flaws", don't go past 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Correct: Day-ta</a:t>
            </a:r>
            <a:endParaRPr lang="en-US">
              <a:solidFill>
                <a:srgbClr val="444444"/>
              </a:solidFill>
              <a:ea typeface="Calibri"/>
              <a:cs typeface="Calibri"/>
            </a:endParaRPr>
          </a:p>
          <a:p>
            <a:r>
              <a:rPr lang="en-US" dirty="0"/>
              <a:t>Incorrrect: Dah-ta</a:t>
            </a:r>
            <a:endParaRPr lang="en-US">
              <a:solidFill>
                <a:srgbClr val="444444"/>
              </a:solidFill>
              <a:ea typeface="Calibri" panose="020F0502020204030204"/>
              <a:cs typeface="Calibri" panose="020F0502020204030204"/>
            </a:endParaRPr>
          </a:p>
          <a:p>
            <a:endParaRPr lang="en-US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Favorite memory: mention elective "all the stuff I learned about the history of art"; mention "star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trekin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Editor: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762" y="-292491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46481F-9738-6134-93B4-7378B8CAB519}"/>
              </a:ext>
            </a:extLst>
          </p:cNvPr>
          <p:cNvSpPr txBox="1"/>
          <p:nvPr/>
        </p:nvSpPr>
        <p:spPr>
          <a:xfrm>
            <a:off x="751561" y="6179506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Scratch That...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62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xit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3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900" decel="100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dirty="0"/>
              <a:t>Now, you may notice the lack of “a favorite memory slide”,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0035D-BAAA-9B2D-91A0-848DD25989F0}"/>
              </a:ext>
            </a:extLst>
          </p:cNvPr>
          <p:cNvSpPr txBox="1"/>
          <p:nvPr/>
        </p:nvSpPr>
        <p:spPr>
          <a:xfrm>
            <a:off x="7919805" y="365474"/>
            <a:ext cx="209810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One is my name, one isn't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8" grpId="0"/>
      <p:bldP spid="10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7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750</cp:revision>
  <dcterms:created xsi:type="dcterms:W3CDTF">2026-09-16T16:03:52Z</dcterms:created>
  <dcterms:modified xsi:type="dcterms:W3CDTF">2026-09-17T16:35:38Z</dcterms:modified>
</cp:coreProperties>
</file>