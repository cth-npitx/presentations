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558" dt="2026-09-16T20:52:48.026"/>
    <p1510:client id="{CC656977-A51D-85A4-2C0F-8858A80BAC84}" v="271" dt="2026-09-16T17:16:40.811"/>
    <p1510:client id="{DDE4C246-BC71-FBBD-D9E0-D9A53124C3F1}" v="20" dt="2026-09-16T20:56:3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Author: Charlie</a:t>
            </a:r>
          </a:p>
          <a:p>
            <a:r>
              <a:rPr lang="en-US" dirty="0"/>
              <a:t>Director: n/a</a:t>
            </a:r>
          </a:p>
          <a:p>
            <a:r>
              <a:rPr lang="en-US" dirty="0"/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123</Words>
  <Application>Microsoft Office PowerPoint</Application>
  <PresentationFormat>Widescreen</PresentationFormat>
  <Paragraphs>27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Charlies Summer End of Term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447</cp:revision>
  <dcterms:created xsi:type="dcterms:W3CDTF">2026-09-16T16:03:52Z</dcterms:created>
  <dcterms:modified xsi:type="dcterms:W3CDTF">2026-09-16T22:34:02Z</dcterms:modified>
</cp:coreProperties>
</file>