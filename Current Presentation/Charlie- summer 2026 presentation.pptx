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40" dt="2026-09-16T19:24:07.670"/>
    <p1510:client id="{B56F71EC-F6B7-385C-DEBA-57351A51A5CE}" v="557" dt="2026-09-16T20:52:18.869"/>
    <p1510:client id="{CC656977-A51D-85A4-2C0F-8858A80BAC84}" v="271" dt="2026-09-16T17:16:40.8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B7BE17-E49E-766F-92F2-A8A7AC40165D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Art Through The 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939E82-4970-022D-9999-07C6BB1F0FBB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Star Trek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5" grpId="0"/>
      <p:bldP spid="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0E79D08-6933-85CA-D750-3A34B3FBC381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F9A5C66-D130-5D59-F688-0290BD303654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10" name="Picture 9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43204064-87A6-92BE-55E2-FCD9052D1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7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Tech:</vt:lpstr>
      <vt:lpstr>Core: Self Managment</vt:lpstr>
      <vt:lpstr>Favorite Memory</vt:lpstr>
      <vt:lpstr>Club: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426</cp:revision>
  <dcterms:created xsi:type="dcterms:W3CDTF">2026-09-16T16:03:52Z</dcterms:created>
  <dcterms:modified xsi:type="dcterms:W3CDTF">2026-09-16T20:52:20Z</dcterms:modified>
</cp:coreProperties>
</file>