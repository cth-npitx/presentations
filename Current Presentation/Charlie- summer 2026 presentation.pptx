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56977-A51D-85A4-2C0F-8858A80BAC84}" v="18" dt="2026-09-16T16:28:57.1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FB247-1388-9DAE-16BD-CB1166A15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0D4B6-C649-005D-675C-6B8005325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C1F0C-B4CF-1BBE-C947-A00D9E0A9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952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Tech</vt:lpstr>
      <vt:lpstr>Core</vt:lpstr>
      <vt:lpstr>Self Managment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</cp:revision>
  <dcterms:created xsi:type="dcterms:W3CDTF">2026-09-16T16:03:52Z</dcterms:created>
  <dcterms:modified xsi:type="dcterms:W3CDTF">2026-09-16T16:29:14Z</dcterms:modified>
</cp:coreProperties>
</file>