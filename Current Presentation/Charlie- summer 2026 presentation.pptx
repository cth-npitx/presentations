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5" dt="2026-09-17T16:43:32.515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trike="sngStrike" dirty="0"/>
              <a:t>Correct: Day-ta</a:t>
            </a:r>
            <a:endParaRPr lang="en-US" strike="sngStrike">
              <a:solidFill>
                <a:srgbClr val="444444"/>
              </a:solidFill>
              <a:ea typeface="Calibri"/>
              <a:cs typeface="Calibri"/>
            </a:endParaRPr>
          </a:p>
          <a:p>
            <a:r>
              <a:rPr lang="en-US" strike="sngStrike" dirty="0" err="1"/>
              <a:t>Incorrrect</a:t>
            </a:r>
            <a:r>
              <a:rPr lang="en-US" strike="sngStrike" dirty="0"/>
              <a:t>: Dah-ta </a:t>
            </a:r>
            <a:r>
              <a:rPr lang="en-US" dirty="0"/>
              <a:t>Will use another term, it's the whole "</a:t>
            </a:r>
            <a:r>
              <a:rPr lang="en-US" dirty="0" err="1"/>
              <a:t>polaski</a:t>
            </a:r>
            <a:r>
              <a:rPr lang="en-US" dirty="0"/>
              <a:t> data </a:t>
            </a:r>
            <a:r>
              <a:rPr lang="en-US" dirty="0" err="1"/>
              <a:t>pronounciation</a:t>
            </a:r>
            <a:r>
              <a:rPr lang="en-US" dirty="0"/>
              <a:t> thing"</a:t>
            </a:r>
            <a:endParaRPr lang="en-US" dirty="0">
              <a:solidFill>
                <a:srgbClr val="444444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 perhaps just say "one is my name, one isn't" out of context? unsure</a:t>
            </a: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Favorite memory: mention elective "all the stuff I learned about the history of art"; mention "star </a:t>
            </a:r>
            <a:r>
              <a:rPr lang="en-US" dirty="0" err="1">
                <a:solidFill>
                  <a:srgbClr val="000000"/>
                </a:solidFill>
                <a:ea typeface="Calibri"/>
                <a:cs typeface="Calibri"/>
              </a:rPr>
              <a:t>trekin</a:t>
            </a:r>
            <a:r>
              <a:rPr lang="en-US" dirty="0">
                <a:solidFill>
                  <a:srgbClr val="000000"/>
                </a:solidFill>
                <a:ea typeface="Calibri"/>
                <a:cs typeface="Calibri"/>
              </a:rPr>
              <a:t>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algn="l"/>
            <a:r>
              <a:rPr lang="en-US" sz="1500" dirty="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Editor: Charlie</a:t>
            </a:r>
          </a:p>
          <a:p>
            <a:pPr algn="l"/>
            <a:r>
              <a:rPr lang="en-US" sz="1500" dirty="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3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dirty="0"/>
              <a:t>Now, you may notice the lack of “a favorite memory slide”,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768</cp:revision>
  <dcterms:created xsi:type="dcterms:W3CDTF">2026-09-16T16:03:52Z</dcterms:created>
  <dcterms:modified xsi:type="dcterms:W3CDTF">2026-09-17T16:44:00Z</dcterms:modified>
</cp:coreProperties>
</file>