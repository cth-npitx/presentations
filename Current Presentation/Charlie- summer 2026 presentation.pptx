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E034A4-BB94-F8D4-67B6-8AD443040898}" v="40" dt="2026-09-16T19:24:07.670"/>
    <p1510:client id="{B56F71EC-F6B7-385C-DEBA-57351A51A5CE}" v="558" dt="2026-09-16T20:52:48.026"/>
    <p1510:client id="{CC656977-A51D-85A4-2C0F-8858A80BAC84}" v="271" dt="2026-09-16T17:16:40.811"/>
    <p1510:client id="{DDE4C246-BC71-FBBD-D9E0-D9A53124C3F1}" v="20" dt="2026-09-16T20:56:3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So, I learned a good amount in self-management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7004E-EF71-9197-6B85-D0142E57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B66EF-0CE6-6948-73F2-46E646BCE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708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B7BE17-E49E-766F-92F2-A8A7AC40165D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Art Through The Ages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Club: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0939E82-4970-022D-9999-07C6BB1F0FBB}"/>
              </a:ext>
            </a:extLst>
          </p:cNvPr>
          <p:cNvSpPr txBox="1">
            <a:spLocks/>
          </p:cNvSpPr>
          <p:nvPr/>
        </p:nvSpPr>
        <p:spPr>
          <a:xfrm>
            <a:off x="2133600" y="3799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Star Trek Club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  <p:bldP spid="5" grpId="0"/>
      <p:bldP spid="5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Of course,   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  <p:transition advClick="0"/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7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Tech:</vt:lpstr>
      <vt:lpstr>Core: Self Managment</vt:lpstr>
      <vt:lpstr>Favorite Memory</vt:lpstr>
      <vt:lpstr>Club: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445</cp:revision>
  <dcterms:created xsi:type="dcterms:W3CDTF">2026-09-16T16:03:52Z</dcterms:created>
  <dcterms:modified xsi:type="dcterms:W3CDTF">2026-09-16T20:57:25Z</dcterms:modified>
</cp:coreProperties>
</file>