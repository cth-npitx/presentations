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40" dt="2026-09-16T19:24:07.670"/>
    <p1510:client id="{B56F71EC-F6B7-385C-DEBA-57351A51A5CE}" v="558" dt="2026-09-16T20:52:48.026"/>
    <p1510:client id="{CC656977-A51D-85A4-2C0F-8858A80BAC84}" v="271" dt="2026-09-16T17:16:40.811"/>
    <p1510:client id="{DDE4C246-BC71-FBBD-D9E0-D9A53124C3F1}" v="20" dt="2026-09-16T20:56:33.7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Author: Charlie</a:t>
            </a:r>
          </a:p>
          <a:p>
            <a:r>
              <a:rPr lang="en-US" dirty="0"/>
              <a:t>Director: n/a</a:t>
            </a:r>
          </a:p>
          <a:p>
            <a:r>
              <a:rPr lang="en-US" dirty="0"/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id="17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</a:t>
            </a:r>
            <a:r>
              <a:rPr lang="en-US"/>
              <a:t>on that (: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may have noticed the lack of “favorite memory”, that’s because it’s here: it would have to be watching </a:t>
            </a:r>
            <a:r>
              <a:rPr lang="en-US" dirty="0" err="1"/>
              <a:t>Startrek</a:t>
            </a:r>
            <a:r>
              <a:rPr lang="en-US" dirty="0"/>
              <a:t> IV: The Voyage Home (or as we like to call it “the whale one”). Basically, they have to go back in time to rescue whales…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024DAB-534E-8485-AB12-6418A07A6930}"/>
              </a:ext>
            </a:extLst>
          </p:cNvPr>
          <p:cNvSpPr txBox="1">
            <a:spLocks/>
          </p:cNvSpPr>
          <p:nvPr/>
        </p:nvSpPr>
        <p:spPr>
          <a:xfrm>
            <a:off x="838200" y="3651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The moment you’ve been waiting for:</a:t>
            </a:r>
          </a:p>
          <a:p>
            <a:pPr marL="0" indent="0">
              <a:buNone/>
            </a:pPr>
            <a:r>
              <a:rPr lang="en-US" dirty="0"/>
              <a:t>THE END (fade to black)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Uh… one sec… THE END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Charlies Summer End of Term Presentation</vt:lpstr>
      <vt:lpstr>Tech:</vt:lpstr>
      <vt:lpstr>Core: Self Managment</vt:lpstr>
      <vt:lpstr>Club: Startrek Club</vt:lpstr>
      <vt:lpstr>And now;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451</cp:revision>
  <dcterms:created xsi:type="dcterms:W3CDTF">2026-09-16T16:03:52Z</dcterms:created>
  <dcterms:modified xsi:type="dcterms:W3CDTF">2026-09-16T22:43:58Z</dcterms:modified>
</cp:coreProperties>
</file>