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2" r:id="rId2"/>
    <p:sldId id="256" r:id="rId3"/>
    <p:sldId id="257" r:id="rId4"/>
    <p:sldId id="258" r:id="rId5"/>
    <p:sldId id="260" r:id="rId6"/>
    <p:sldId id="261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377" dt="2026-09-17T16:24:01.916"/>
    <p1510:client id="{70E034A4-BB94-F8D4-67B6-8AD443040898}" v="40" dt="2026-09-16T19:24:07.670"/>
    <p1510:client id="{B56F71EC-F6B7-385C-DEBA-57351A51A5CE}" v="558" dt="2026-09-16T20:52:48.026"/>
    <p1510:client id="{BAD1154A-28AC-9D80-B874-2BD29B1688D9}" v="8" dt="2026-09-17T15:36:20.827"/>
    <p1510:client id="{C709CF2C-F93C-4076-C238-099E9E74D31B}" v="46" dt="2026-09-17T15:34:20.956"/>
    <p1510:client id="{CC656977-A51D-85A4-2C0F-8858A80BAC84}" v="271" dt="2026-09-16T17:16:40.811"/>
    <p1510:client id="{DDE4C246-BC71-FBBD-D9E0-D9A53124C3F1}" v="20" dt="2026-09-16T20:56:33.724"/>
    <p1510:client id="{E61ADF17-A6BA-1477-ECFD-78266C54E8C2}" v="15" dt="2026-09-17T15:41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Something about that wall of text clearly being what I learned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first one, it's "major flaws", don't go past 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85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Correct: Day-ta</a:t>
            </a:r>
            <a:endParaRPr lang="en-US" dirty="0">
              <a:solidFill>
                <a:srgbClr val="444444"/>
              </a:solidFill>
            </a:endParaRPr>
          </a:p>
          <a:p>
            <a:r>
              <a:rPr lang="en-US" dirty="0" err="1"/>
              <a:t>Incorrrect</a:t>
            </a:r>
            <a:r>
              <a:rPr lang="en-US" dirty="0"/>
              <a:t>: Dah-ta</a:t>
            </a:r>
            <a:endParaRPr lang="en-US" dirty="0">
              <a:solidFill>
                <a:srgbClr val="444444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3758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sz="150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5" t="130" r="139"/>
          <a:stretch>
            <a:fillRect/>
          </a:stretch>
        </p:blipFill>
        <p:spPr>
          <a:xfrm>
            <a:off x="1153594" y="680315"/>
            <a:ext cx="9388864" cy="5499590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762" y="-292491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46481F-9738-6134-93B4-7378B8CAB519}"/>
              </a:ext>
            </a:extLst>
          </p:cNvPr>
          <p:cNvSpPr txBox="1"/>
          <p:nvPr/>
        </p:nvSpPr>
        <p:spPr>
          <a:xfrm>
            <a:off x="751561" y="6179506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Scratch That...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762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2" presetClass="exit" presetSubtype="8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" presetClass="entr" presetSubtype="1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900" decel="100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may have noticed the lack of “favorite memory”,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024DAB-534E-8485-AB12-6418A07A6930}"/>
              </a:ext>
            </a:extLst>
          </p:cNvPr>
          <p:cNvSpPr txBox="1">
            <a:spLocks/>
          </p:cNvSpPr>
          <p:nvPr/>
        </p:nvSpPr>
        <p:spPr>
          <a:xfrm>
            <a:off x="838200" y="36512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0035D-BAAA-9B2D-91A0-848DD25989F0}"/>
              </a:ext>
            </a:extLst>
          </p:cNvPr>
          <p:cNvSpPr txBox="1"/>
          <p:nvPr/>
        </p:nvSpPr>
        <p:spPr>
          <a:xfrm>
            <a:off x="1534438" y="240082"/>
            <a:ext cx="209810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One is my name, one isn't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2C78DE-D64B-B27F-5CBE-69BF4B63B648}"/>
              </a:ext>
            </a:extLst>
          </p:cNvPr>
          <p:cNvSpPr txBox="1"/>
          <p:nvPr/>
        </p:nvSpPr>
        <p:spPr>
          <a:xfrm>
            <a:off x="839165" y="1774784"/>
            <a:ext cx="598411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moment you’ve been waiting for:</a:t>
            </a:r>
          </a:p>
          <a:p>
            <a:pPr algn="l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7845" y="5741726"/>
            <a:ext cx="10505955" cy="435237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/>
                </a:solidFill>
              </a:rPr>
              <a:t>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B49F80-E557-8465-1D8B-DF12483A4A0B}"/>
              </a:ext>
            </a:extLst>
          </p:cNvPr>
          <p:cNvSpPr txBox="1"/>
          <p:nvPr/>
        </p:nvSpPr>
        <p:spPr>
          <a:xfrm>
            <a:off x="2325914" y="228672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(fade to black)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610B5-4370-EC82-124A-BAAF97CB5F8C}"/>
              </a:ext>
            </a:extLst>
          </p:cNvPr>
          <p:cNvSpPr txBox="1"/>
          <p:nvPr/>
        </p:nvSpPr>
        <p:spPr>
          <a:xfrm>
            <a:off x="1431085" y="3240649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Uh…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99526D-8BFD-BC33-D6DE-5173C6594424}"/>
              </a:ext>
            </a:extLst>
          </p:cNvPr>
          <p:cNvSpPr txBox="1"/>
          <p:nvPr/>
        </p:nvSpPr>
        <p:spPr>
          <a:xfrm>
            <a:off x="2228282" y="3241375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dirty="0"/>
              <a:t>one sec…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14FC89-6AD5-69C3-2C8E-E7991E6767E4}"/>
              </a:ext>
            </a:extLst>
          </p:cNvPr>
          <p:cNvSpPr txBox="1"/>
          <p:nvPr/>
        </p:nvSpPr>
        <p:spPr>
          <a:xfrm>
            <a:off x="3768974" y="3239561"/>
            <a:ext cx="60960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>
                <a:solidFill>
                  <a:srgbClr val="000000"/>
                </a:solidFill>
                <a:latin typeface="Aptos"/>
              </a:rPr>
              <a:t>ah, here we go: </a:t>
            </a:r>
            <a:endParaRPr lang="en-US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4E0F80-A627-D8AC-6FCD-6924125AE9DC}"/>
              </a:ext>
            </a:extLst>
          </p:cNvPr>
          <p:cNvSpPr txBox="1"/>
          <p:nvPr/>
        </p:nvSpPr>
        <p:spPr>
          <a:xfrm>
            <a:off x="6134582" y="3231265"/>
            <a:ext cx="2743199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 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3F9B08-8E2F-31C3-F4BC-28BE3096F02E}"/>
              </a:ext>
            </a:extLst>
          </p:cNvPr>
          <p:cNvSpPr txBox="1"/>
          <p:nvPr/>
        </p:nvSpPr>
        <p:spPr>
          <a:xfrm>
            <a:off x="848810" y="2300468"/>
            <a:ext cx="6096000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/>
              <a:t>THE END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2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5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5" grpId="0"/>
      <p:bldP spid="6" grpId="0"/>
      <p:bldP spid="7" grpId="0"/>
      <p:bldP spid="8" grpId="0"/>
      <p:bldP spid="10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499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500">
        <p:fade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7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Charlie's Summer End of Term Presentation</vt:lpstr>
      <vt:lpstr>Tech:</vt:lpstr>
      <vt:lpstr>Core: Self Managment</vt:lpstr>
      <vt:lpstr>Club: Startrek Club</vt:lpstr>
      <vt:lpstr>And now;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696</cp:revision>
  <dcterms:created xsi:type="dcterms:W3CDTF">2026-09-16T16:03:52Z</dcterms:created>
  <dcterms:modified xsi:type="dcterms:W3CDTF">2026-09-17T16:24:13Z</dcterms:modified>
</cp:coreProperties>
</file>