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368" dt="2026-09-16T20:16:52.336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one thing about networking, can't cause crashes... insert </a:t>
            </a:r>
            <a:r>
              <a:rPr lang="en-US" dirty="0" err="1">
                <a:ea typeface="Calibri"/>
                <a:cs typeface="Calibri"/>
              </a:rPr>
              <a:t>bsod</a:t>
            </a:r>
            <a:endParaRPr lang="en-US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 mention after topology "can't cause crashes"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34217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95E34D-5A22-1B05-EBD5-07CF77C50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82" y="234676"/>
            <a:ext cx="4143376" cy="20014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083" y="235743"/>
            <a:ext cx="5048250" cy="164782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0E79D08-6933-85CA-D750-3A34B3FBC38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F9A5C66-D130-5D59-F688-0290BD30365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" name="Picture 9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43204064-87A6-92BE-55E2-FCD9052D1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317</cp:revision>
  <dcterms:created xsi:type="dcterms:W3CDTF">2026-09-16T16:03:52Z</dcterms:created>
  <dcterms:modified xsi:type="dcterms:W3CDTF">2026-09-16T20:17:08Z</dcterms:modified>
</cp:coreProperties>
</file>