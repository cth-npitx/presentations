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70" dt="2026-09-17T16:07:46.193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Correct: Day-ta</a:t>
            </a:r>
            <a:endParaRPr lang="en-US" dirty="0">
              <a:solidFill>
                <a:srgbClr val="444444"/>
              </a:solidFill>
            </a:endParaRPr>
          </a:p>
          <a:p>
            <a:r>
              <a:rPr lang="en-US" dirty="0" err="1"/>
              <a:t>Incorrrect</a:t>
            </a:r>
            <a:r>
              <a:rPr lang="en-US" dirty="0"/>
              <a:t>: Dah-ta</a:t>
            </a:r>
            <a:endParaRPr lang="en-US" dirty="0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150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1534438" y="240082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625</cp:revision>
  <dcterms:created xsi:type="dcterms:W3CDTF">2026-09-16T16:03:52Z</dcterms:created>
  <dcterms:modified xsi:type="dcterms:W3CDTF">2026-09-17T16:08:57Z</dcterms:modified>
</cp:coreProperties>
</file>