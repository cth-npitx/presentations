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27" dt="2026-09-16T19:15:57.901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572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one thing about networking, can't cause crashes... insert </a:t>
            </a:r>
            <a:r>
              <a:rPr lang="en-US" dirty="0" err="1">
                <a:ea typeface="Calibri"/>
                <a:cs typeface="Calibri"/>
              </a:rPr>
              <a:t>bsod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36121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23A61D-3E82-AFDE-6E46-A89110E82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453" y="3160990"/>
            <a:ext cx="6169547" cy="36970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197421-5025-DF10-C656-7348E409C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413" y="1500188"/>
            <a:ext cx="559117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6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126</cp:revision>
  <dcterms:created xsi:type="dcterms:W3CDTF">2026-09-16T16:03:52Z</dcterms:created>
  <dcterms:modified xsi:type="dcterms:W3CDTF">2026-09-16T19:18:13Z</dcterms:modified>
</cp:coreProperties>
</file>