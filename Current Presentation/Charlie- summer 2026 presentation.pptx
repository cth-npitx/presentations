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5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F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E034A4-BB94-F8D4-67B6-8AD443040898}" v="40" dt="2026-09-16T19:24:07.670"/>
    <p1510:client id="{B56F71EC-F6B7-385C-DEBA-57351A51A5CE}" v="380" dt="2026-09-16T20:19:52.513"/>
    <p1510:client id="{CC656977-A51D-85A4-2C0F-8858A80BAC84}" v="271" dt="2026-09-16T17:16:40.81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4B69B3-698B-4882-A570-9DB574FA6439}" type="datetimeFigureOut">
              <a:t>9/16/2026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746EA8-CCA3-4787-BBCF-88E4FAE9F3D0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0008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Bsod</a:t>
            </a:r>
            <a:r>
              <a:rPr lang="en-US" dirty="0">
                <a:ea typeface="Calibri"/>
                <a:cs typeface="Calibri"/>
              </a:rPr>
              <a:t>: "now, one thing about networking, can't cause crashes... insert </a:t>
            </a:r>
            <a:r>
              <a:rPr lang="en-US" dirty="0" err="1">
                <a:ea typeface="Calibri"/>
                <a:cs typeface="Calibri"/>
              </a:rPr>
              <a:t>bsod</a:t>
            </a:r>
            <a:endParaRPr lang="en-US">
              <a:ea typeface="Calibri"/>
              <a:cs typeface="Calibri"/>
            </a:endParaRP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SQL string: make the connection to seem more than it really is; explain </a:t>
            </a:r>
            <a:r>
              <a:rPr lang="en-US" dirty="0" err="1">
                <a:ea typeface="Calibri"/>
                <a:cs typeface="Calibri"/>
              </a:rPr>
              <a:t>useage</a:t>
            </a:r>
            <a:endParaRPr lang="en-US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SQL Code: explain the "must be text" and such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For BSOD, mention firmware updates</a:t>
            </a:r>
          </a:p>
          <a:p>
            <a:r>
              <a:rPr lang="en-US" dirty="0">
                <a:ea typeface="Calibri"/>
                <a:cs typeface="Calibri"/>
              </a:rPr>
              <a:t>For second IT images, explain question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746EA8-CCA3-4787-BBCF-88E4FAE9F3D0}" type="slidenum"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8679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D79D088-CF95-97D6-D867-D0F0CAB97D4A}"/>
              </a:ext>
            </a:extLst>
          </p:cNvPr>
          <p:cNvSpPr txBox="1">
            <a:spLocks/>
          </p:cNvSpPr>
          <p:nvPr/>
        </p:nvSpPr>
        <p:spPr>
          <a:xfrm>
            <a:off x="2153139" y="234217"/>
            <a:ext cx="11507637" cy="14549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Advanced App Dev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5F2180-E15E-B009-5765-EBED79EED3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Tech: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ED92145-DBC3-50B3-05C9-5B448E797B80}"/>
              </a:ext>
            </a:extLst>
          </p:cNvPr>
          <p:cNvSpPr txBox="1">
            <a:spLocks/>
          </p:cNvSpPr>
          <p:nvPr/>
        </p:nvSpPr>
        <p:spPr>
          <a:xfrm>
            <a:off x="2153138" y="36121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IT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095E34D-5A22-1B05-EBD5-07CF77C509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582" y="234676"/>
            <a:ext cx="4143376" cy="200148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BE978A0-5EFC-5E9F-B7DC-134A56DA4E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2750" y="852600"/>
            <a:ext cx="5048250" cy="1647825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CBF29367-4C72-92D8-15D3-89D7E010A515}"/>
              </a:ext>
            </a:extLst>
          </p:cNvPr>
          <p:cNvGrpSpPr/>
          <p:nvPr/>
        </p:nvGrpSpPr>
        <p:grpSpPr>
          <a:xfrm>
            <a:off x="219300" y="2453747"/>
            <a:ext cx="6135854" cy="4277151"/>
            <a:chOff x="181825" y="2328432"/>
            <a:chExt cx="6023428" cy="4164726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A1036F1-5D56-4F13-6E1D-4352A9BFB69B}"/>
                </a:ext>
              </a:extLst>
            </p:cNvPr>
            <p:cNvSpPr/>
            <p:nvPr/>
          </p:nvSpPr>
          <p:spPr>
            <a:xfrm>
              <a:off x="183808" y="5912587"/>
              <a:ext cx="1451428" cy="580571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E7923043-7B8C-D2BA-423B-367923E652FD}"/>
                </a:ext>
              </a:extLst>
            </p:cNvPr>
            <p:cNvSpPr/>
            <p:nvPr/>
          </p:nvSpPr>
          <p:spPr>
            <a:xfrm>
              <a:off x="181825" y="2328432"/>
              <a:ext cx="6023428" cy="359228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587F2CF-4A57-E01C-BA69-A4399032BEB1}"/>
              </a:ext>
            </a:extLst>
          </p:cNvPr>
          <p:cNvGrpSpPr/>
          <p:nvPr/>
        </p:nvGrpSpPr>
        <p:grpSpPr>
          <a:xfrm>
            <a:off x="345276" y="2539652"/>
            <a:ext cx="5880481" cy="3943325"/>
            <a:chOff x="345276" y="2563842"/>
            <a:chExt cx="5880481" cy="3943325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6EEDFA4F-38F5-85C3-D399-80E85A3168D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45276" y="2563842"/>
              <a:ext cx="5880481" cy="3486244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046867F-BCB9-F8B2-0201-CD871ECAE72D}"/>
                </a:ext>
              </a:extLst>
            </p:cNvPr>
            <p:cNvSpPr txBox="1"/>
            <p:nvPr/>
          </p:nvSpPr>
          <p:spPr>
            <a:xfrm>
              <a:off x="350365" y="6141407"/>
              <a:ext cx="2743200" cy="3657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dirty="0"/>
                <a:t>SQL Strings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5A8C6A3B-7939-C673-7E80-332FDF50D7FE}"/>
              </a:ext>
            </a:extLst>
          </p:cNvPr>
          <p:cNvGrpSpPr/>
          <p:nvPr/>
        </p:nvGrpSpPr>
        <p:grpSpPr>
          <a:xfrm>
            <a:off x="6818462" y="2706862"/>
            <a:ext cx="5216618" cy="3854637"/>
            <a:chOff x="6818462" y="2706862"/>
            <a:chExt cx="5216618" cy="3854637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71CF12A-CDC1-951F-5A49-B76C5782DC54}"/>
                </a:ext>
              </a:extLst>
            </p:cNvPr>
            <p:cNvSpPr/>
            <p:nvPr/>
          </p:nvSpPr>
          <p:spPr>
            <a:xfrm>
              <a:off x="6818462" y="3198814"/>
              <a:ext cx="5216618" cy="336268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45BF732B-86A5-0D5D-FBEF-62C6DDA9976B}"/>
                </a:ext>
              </a:extLst>
            </p:cNvPr>
            <p:cNvSpPr/>
            <p:nvPr/>
          </p:nvSpPr>
          <p:spPr>
            <a:xfrm>
              <a:off x="6832577" y="2706862"/>
              <a:ext cx="2143756" cy="5357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52B6484-5E01-2D71-2D73-2CD119B532CA}"/>
              </a:ext>
            </a:extLst>
          </p:cNvPr>
          <p:cNvGrpSpPr/>
          <p:nvPr/>
        </p:nvGrpSpPr>
        <p:grpSpPr>
          <a:xfrm>
            <a:off x="6926307" y="2819975"/>
            <a:ext cx="4884296" cy="3540535"/>
            <a:chOff x="6926307" y="2832070"/>
            <a:chExt cx="4884296" cy="3540535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6FBAC885-7D82-F8EA-BEB1-2DFBB860091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926307" y="3462014"/>
              <a:ext cx="4884296" cy="2910591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BD8F931-0D3F-3937-3FB1-3611DD34D9C7}"/>
                </a:ext>
              </a:extLst>
            </p:cNvPr>
            <p:cNvSpPr txBox="1"/>
            <p:nvPr/>
          </p:nvSpPr>
          <p:spPr>
            <a:xfrm>
              <a:off x="6928984" y="2832070"/>
              <a:ext cx="2743200" cy="3657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dirty="0"/>
                <a:t>Example SQL Code</a:t>
              </a:r>
            </a:p>
          </p:txBody>
        </p:sp>
      </p:grpSp>
      <p:pic>
        <p:nvPicPr>
          <p:cNvPr id="37" name="Picture 36" descr="A screenshot of a phone&#10;&#10;AI-generated content may be incorrect.">
            <a:extLst>
              <a:ext uri="{FF2B5EF4-FFF2-40B4-BE49-F238E27FC236}">
                <a16:creationId xmlns:a16="http://schemas.microsoft.com/office/drawing/2014/main" id="{95F9C633-000F-3A99-23E8-6254720DA40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53" t="69853" r="-1534" b="-3800"/>
          <a:stretch>
            <a:fillRect/>
          </a:stretch>
        </p:blipFill>
        <p:spPr>
          <a:xfrm>
            <a:off x="6816865" y="1965361"/>
            <a:ext cx="5107845" cy="559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8262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2" grpId="0"/>
      <p:bldP spid="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DD134C2-73B9-A76A-7E39-3169D4EDA66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75" t="130" r="139"/>
          <a:stretch>
            <a:fillRect/>
          </a:stretch>
        </p:blipFill>
        <p:spPr>
          <a:xfrm>
            <a:off x="830005" y="367165"/>
            <a:ext cx="10213494" cy="5958876"/>
          </a:xfrm>
          <a:prstGeom prst="rect">
            <a:avLst/>
          </a:prstGeom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65EBA86-44A5-3C4C-75BA-9477135DF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Core: Self Managment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EBC09B-D6C1-D87F-5C2C-4D70394D29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So, I learned a good amount in self-management</a:t>
            </a:r>
          </a:p>
        </p:txBody>
      </p:sp>
    </p:spTree>
    <p:extLst>
      <p:ext uri="{BB962C8B-B14F-4D97-AF65-F5344CB8AC3E}">
        <p14:creationId xmlns:p14="http://schemas.microsoft.com/office/powerpoint/2010/main" val="2396209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  <p:bldP spid="2" grpId="2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7004E-EF71-9197-6B85-D0142E571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Favorite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AB66EF-0CE6-6948-73F2-46E646BCEE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97082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45B7BE17-E49E-766F-92F2-A8A7AC40165D}"/>
              </a:ext>
            </a:extLst>
          </p:cNvPr>
          <p:cNvSpPr txBox="1">
            <a:spLocks/>
          </p:cNvSpPr>
          <p:nvPr/>
        </p:nvSpPr>
        <p:spPr>
          <a:xfrm>
            <a:off x="2133600" y="37994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Art Through The Ages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37F828-651A-BB3F-72A1-CB1C42CEA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Club: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C341DC-59B2-2461-01F2-51AAC0A6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0939E82-4970-022D-9999-07C6BB1F0FBB}"/>
              </a:ext>
            </a:extLst>
          </p:cNvPr>
          <p:cNvSpPr txBox="1">
            <a:spLocks/>
          </p:cNvSpPr>
          <p:nvPr/>
        </p:nvSpPr>
        <p:spPr>
          <a:xfrm>
            <a:off x="2133600" y="37994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Star Trek Club</a:t>
            </a:r>
          </a:p>
        </p:txBody>
      </p:sp>
    </p:spTree>
    <p:extLst>
      <p:ext uri="{BB962C8B-B14F-4D97-AF65-F5344CB8AC3E}">
        <p14:creationId xmlns:p14="http://schemas.microsoft.com/office/powerpoint/2010/main" val="29471851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2" grpId="0"/>
      <p:bldP spid="5" grpId="0"/>
      <p:bldP spid="5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2B2E5-EA9A-C399-84E2-37383CCBC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3A38E5-D4F0-CDB4-0C38-1B6EAFBD8E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Of course,   </a:t>
            </a:r>
          </a:p>
        </p:txBody>
      </p:sp>
    </p:spTree>
    <p:extLst>
      <p:ext uri="{BB962C8B-B14F-4D97-AF65-F5344CB8AC3E}">
        <p14:creationId xmlns:p14="http://schemas.microsoft.com/office/powerpoint/2010/main" val="15187779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40E79D08-6933-85CA-D750-3A34B3FBC381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F9A5C66-D130-5D59-F688-0290BD303654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1070A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pic>
          <p:nvPicPr>
            <p:cNvPr id="10" name="Picture 9" descr="A blue screen with a qr code&#10;&#10;AI-generated content may be incorrect.">
              <a:extLst>
                <a:ext uri="{FF2B5EF4-FFF2-40B4-BE49-F238E27FC236}">
                  <a16:creationId xmlns:a16="http://schemas.microsoft.com/office/drawing/2014/main" id="{43204064-87A6-92BE-55E2-FCD9052D16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93440" y="1298191"/>
              <a:ext cx="5324442" cy="367046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33004409"/>
      </p:ext>
    </p:extLst>
  </p:cSld>
  <p:clrMapOvr>
    <a:masterClrMapping/>
  </p:clrMapOvr>
  <p:transition advClick="0"/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7</Slides>
  <Notes>1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Office Theme</vt:lpstr>
      <vt:lpstr>PowerPoint Presentation</vt:lpstr>
      <vt:lpstr>Tech:</vt:lpstr>
      <vt:lpstr>Core: Self Managment</vt:lpstr>
      <vt:lpstr>Favorite Memory</vt:lpstr>
      <vt:lpstr>Club: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329</cp:revision>
  <dcterms:created xsi:type="dcterms:W3CDTF">2026-09-16T16:03:52Z</dcterms:created>
  <dcterms:modified xsi:type="dcterms:W3CDTF">2026-09-16T20:21:18Z</dcterms:modified>
</cp:coreProperties>
</file>