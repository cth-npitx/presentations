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5" dt="2026-09-17T16:43:32.515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 err="1"/>
              <a:t>Incorrrect</a:t>
            </a:r>
            <a:r>
              <a:rPr lang="en-US" strike="sngStrike" dirty="0"/>
              <a:t>: Dah-ta </a:t>
            </a:r>
            <a:r>
              <a:rPr lang="en-US" dirty="0"/>
              <a:t>Will use another term, it's the whole "</a:t>
            </a:r>
            <a:r>
              <a:rPr lang="en-US" dirty="0" err="1"/>
              <a:t>polaski</a:t>
            </a:r>
            <a:r>
              <a:rPr lang="en-US" dirty="0"/>
              <a:t> data </a:t>
            </a:r>
            <a:r>
              <a:rPr lang="en-US" dirty="0" err="1"/>
              <a:t>pronounciation</a:t>
            </a:r>
            <a:r>
              <a:rPr lang="en-US" dirty="0"/>
              <a:t> thing"</a:t>
            </a:r>
            <a:endParaRPr lang="en-US" dirty="0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 perhaps just say "one is my name, one isn't" out of context? unsure</a:t>
            </a: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768</cp:revision>
  <dcterms:created xsi:type="dcterms:W3CDTF">2026-09-16T16:03:52Z</dcterms:created>
  <dcterms:modified xsi:type="dcterms:W3CDTF">2026-09-17T16:44:55Z</dcterms:modified>
</cp:coreProperties>
</file>