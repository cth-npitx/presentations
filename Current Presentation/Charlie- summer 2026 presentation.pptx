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0" dt="2026-09-17T16:37:33.029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/>
              <a:t>Incorrrect: Dah-ta</a:t>
            </a:r>
            <a:endParaRPr lang="en-US" strike="sngStrike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753</cp:revision>
  <dcterms:created xsi:type="dcterms:W3CDTF">2026-09-16T16:03:52Z</dcterms:created>
  <dcterms:modified xsi:type="dcterms:W3CDTF">2026-09-17T16:37:39Z</dcterms:modified>
</cp:coreProperties>
</file>