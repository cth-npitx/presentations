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56977-A51D-85A4-2C0F-8858A80BAC84}" v="169" dt="2026-09-16T17:03:38.2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FB247-1388-9DAE-16BD-CB1166A156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 Star 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6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PowerPoint Presentation</vt:lpstr>
      <vt:lpstr>Tech</vt:lpstr>
      <vt:lpstr>Core: Self Managment</vt:lpstr>
      <vt:lpstr>Favorite Memory</vt:lpstr>
      <vt:lpstr>Club: Star Trek Club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40</cp:revision>
  <dcterms:created xsi:type="dcterms:W3CDTF">2026-09-16T16:03:52Z</dcterms:created>
  <dcterms:modified xsi:type="dcterms:W3CDTF">2026-09-16T17:04:27Z</dcterms:modified>
</cp:coreProperties>
</file>