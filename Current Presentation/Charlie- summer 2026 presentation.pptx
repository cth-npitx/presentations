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79" dt="2026-09-17T16:34:49.310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trike="sngStrike" dirty="0"/>
              <a:t>Correct: Day-ta</a:t>
            </a:r>
            <a:endParaRPr lang="en-US" strike="sngStrike">
              <a:solidFill>
                <a:srgbClr val="444444"/>
              </a:solidFill>
              <a:ea typeface="Calibri"/>
              <a:cs typeface="Calibri"/>
            </a:endParaRPr>
          </a:p>
          <a:p>
            <a:r>
              <a:rPr lang="en-US" strike="sngStrike" dirty="0"/>
              <a:t>Incorrrect: Dah-ta</a:t>
            </a:r>
            <a:endParaRPr lang="en-US" strike="sngStrike">
              <a:solidFill>
                <a:srgbClr val="444444"/>
              </a:solidFill>
              <a:ea typeface="Calibri" panose="020F0502020204030204"/>
              <a:cs typeface="Calibri" panose="020F0502020204030204"/>
            </a:endParaRPr>
          </a:p>
          <a:p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Favorite memory: mention elective "all the stuff I learned about the history of art"; mention "star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trekin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Editor: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3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dirty="0"/>
              <a:t>Now, you may notice the lack of “a favorite memory slide”,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0035D-BAAA-9B2D-91A0-848DD25989F0}"/>
              </a:ext>
            </a:extLst>
          </p:cNvPr>
          <p:cNvSpPr txBox="1"/>
          <p:nvPr/>
        </p:nvSpPr>
        <p:spPr>
          <a:xfrm>
            <a:off x="7919805" y="365474"/>
            <a:ext cx="209810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One is my name, one isn't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752</cp:revision>
  <dcterms:created xsi:type="dcterms:W3CDTF">2026-09-16T16:03:52Z</dcterms:created>
  <dcterms:modified xsi:type="dcterms:W3CDTF">2026-09-17T16:36:59Z</dcterms:modified>
</cp:coreProperties>
</file>