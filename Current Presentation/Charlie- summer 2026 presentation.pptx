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CB8E75-68D2-113B-DE57-B3F75E6001AA}" v="27" dt="2026-09-16T16:25:32.2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 Hatch</a:t>
            </a:r>
            <a:br>
              <a:rPr lang="en-US" dirty="0"/>
            </a:br>
            <a:r>
              <a:rPr lang="en-US" dirty="0"/>
              <a:t>Summer term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Charlie Hatch Summer term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21</cp:revision>
  <dcterms:created xsi:type="dcterms:W3CDTF">2026-09-16T16:03:52Z</dcterms:created>
  <dcterms:modified xsi:type="dcterms:W3CDTF">2026-09-16T16:25:33Z</dcterms:modified>
</cp:coreProperties>
</file>