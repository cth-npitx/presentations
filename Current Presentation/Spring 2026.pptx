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 err="1"/>
              <a:t>Debuging</a:t>
            </a:r>
            <a:endParaRPr lang="en-US" dirty="0"/>
          </a:p>
          <a:p>
            <a:pPr lvl="3"/>
            <a:r>
              <a:rPr lang="en-US" dirty="0" err="1"/>
              <a:t>Debuging</a:t>
            </a:r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266</TotalTime>
  <Words>68</Words>
  <Application>Microsoft Office PowerPoint</Application>
  <PresentationFormat>Widescreen</PresentationFormat>
  <Paragraphs>14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14</cp:revision>
  <dcterms:created xsi:type="dcterms:W3CDTF">2026-06-10T15:46:05Z</dcterms:created>
  <dcterms:modified xsi:type="dcterms:W3CDTF">2026-06-17T16:05:03Z</dcterms:modified>
</cp:coreProperties>
</file>