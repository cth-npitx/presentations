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7EF85-AB64-80CF-6410-4C598774A0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3CCE0-4CA3-A91F-5D44-35A15C0404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</a:t>
            </a:r>
          </a:p>
          <a:p>
            <a:r>
              <a:rPr lang="en-US" dirty="0"/>
              <a:t>Charlie Hatch</a:t>
            </a:r>
          </a:p>
        </p:txBody>
      </p:sp>
    </p:spTree>
    <p:extLst>
      <p:ext uri="{BB962C8B-B14F-4D97-AF65-F5344CB8AC3E}">
        <p14:creationId xmlns:p14="http://schemas.microsoft.com/office/powerpoint/2010/main" val="2451799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B9C6-84BD-3439-D33E-8CB02480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19744-CADB-AA00-17E2-D9EC8E1370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3ED965D-5808-9F89-291D-4E09679DAC8E}"/>
              </a:ext>
            </a:extLst>
          </p:cNvPr>
          <p:cNvSpPr txBox="1">
            <a:spLocks/>
          </p:cNvSpPr>
          <p:nvPr/>
        </p:nvSpPr>
        <p:spPr>
          <a:xfrm>
            <a:off x="5123688" y="3602038"/>
            <a:ext cx="19446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By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8EE8B7A-565F-11D1-F96E-AB49B1B7FE99}"/>
              </a:ext>
            </a:extLst>
          </p:cNvPr>
          <p:cNvSpPr txBox="1">
            <a:spLocks/>
          </p:cNvSpPr>
          <p:nvPr/>
        </p:nvSpPr>
        <p:spPr>
          <a:xfrm>
            <a:off x="5056632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598C96E-8C23-B82E-CB5B-FB26D10EA56B}"/>
              </a:ext>
            </a:extLst>
          </p:cNvPr>
          <p:cNvSpPr txBox="1">
            <a:spLocks/>
          </p:cNvSpPr>
          <p:nvPr/>
        </p:nvSpPr>
        <p:spPr>
          <a:xfrm>
            <a:off x="6096000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</p:spTree>
    <p:extLst>
      <p:ext uri="{BB962C8B-B14F-4D97-AF65-F5344CB8AC3E}">
        <p14:creationId xmlns:p14="http://schemas.microsoft.com/office/powerpoint/2010/main" val="4067232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16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Charlie’s Spring Term Presentation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</cp:revision>
  <dcterms:created xsi:type="dcterms:W3CDTF">2026-06-10T15:46:05Z</dcterms:created>
  <dcterms:modified xsi:type="dcterms:W3CDTF">2026-06-10T16:06:16Z</dcterms:modified>
</cp:coreProperties>
</file>