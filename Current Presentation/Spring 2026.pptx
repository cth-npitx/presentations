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243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577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748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574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664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986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493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933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869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2224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52442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742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934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6681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907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195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822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6" grpId="0"/>
      <p:bldP spid="17" grpId="0"/>
    </p:bld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49</TotalTime>
  <Words>9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Century Gothic</vt:lpstr>
      <vt:lpstr>Vapor Trail</vt:lpstr>
      <vt:lpstr>Charlie’s Spring Term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8</cp:revision>
  <dcterms:created xsi:type="dcterms:W3CDTF">2026-06-10T15:46:05Z</dcterms:created>
  <dcterms:modified xsi:type="dcterms:W3CDTF">2026-06-15T17:34:41Z</dcterms:modified>
</cp:coreProperties>
</file>