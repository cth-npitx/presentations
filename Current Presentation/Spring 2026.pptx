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ink/ink1.xml" ContentType="application/inkml+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ink/ink2.xml" ContentType="application/inkml+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8"/>
  </p:notesMasterIdLst>
  <p:sldIdLst>
    <p:sldId id="260" r:id="rId2"/>
    <p:sldId id="261" r:id="rId3"/>
    <p:sldId id="262" r:id="rId4"/>
    <p:sldId id="263" r:id="rId5"/>
    <p:sldId id="264" r:id="rId6"/>
    <p:sldId id="266" r:id="rId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998B00B-2615-DA7F-16DD-BEDBD145F26F}" v="142" dt="2026-06-22T15:26:48.182"/>
    <p1510:client id="{B3D8BC0C-D2E7-1DB9-11BC-BCF84AD0F7D9}" v="405" dt="2026-06-23T17:11:02.82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101" d="100"/>
          <a:sy n="101" d="100"/>
        </p:scale>
        <p:origin x="912" y="1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13" Type="http://schemas.microsoft.com/office/2015/10/relationships/revisionInfo" Target="revisionInfo.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15T16:24:39.144"/>
    </inkml:context>
    <inkml:brush xml:id="br0">
      <inkml:brushProperty name="width" value="0.035" units="cm"/>
      <inkml:brushProperty name="height" value="0.035" units="cm"/>
    </inkml:brush>
  </inkml:definitions>
  <inkml:trace contextRef="#ctx0" brushRef="#br0">0 0 24575,'0'0'-8191</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22T16:59:40.400"/>
    </inkml:context>
    <inkml:brush xml:id="br0">
      <inkml:brushProperty name="width" value="0.1" units="cm"/>
      <inkml:brushProperty name="height" value="0.1" units="cm"/>
    </inkml:brush>
  </inkml:definitions>
  <inkml:trace contextRef="#ctx0" brushRef="#br0">9366 5821 16383 0 0,'9'4'0'0'0,"11"2"0"0"0,15-1 0 0 0,19 4 0 0 0,26 8 0 0 0,20 2 0 0 0,33 2 0 0 0,27-3 0 0 0,21-5 0 0 0,22-4 0 0 0,12-3 0 0 0,2-4 0 0 0,-4-1 0 0 0,-18-1 0 0 0,-25 3 0 0 0,-32 2 0 0 0,-32-1 0 0 0,-25 0 0 0 0,-17-1 0 0 0,9-1 0 0 0,15-1 0 0 0,14-1 0 0 0,14 0 0 0 0,18 0 0 0 0,4 0 0 0 0,-5-1 0 0 0,-21 1 0 0 0,-21 0 0 0 0,-8 0 0 0 0,3 0 0 0 0,-5 0 0 0 0,-3 0 0 0 0,-11 4 0 0 0,-16 2 0 0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FAFE299-D31D-47C2-B46C-C3B1749D6A86}" type="datetimeFigureOut">
              <a:rPr lang="en-US" smtClean="0"/>
              <a:t>6/23/2026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BBF2809-F272-465C-B573-2DAF6CD206A2}" type="slidenum">
              <a:rPr lang="en-US" smtClean="0"/>
              <a:t>‹#›</a:t>
            </a:fld>
            <a:endParaRPr lang="en-US"/>
          </a:p>
        </p:txBody>
      </p:sp>
    </p:spTree>
    <p:extLst>
      <p:ext uri="{BB962C8B-B14F-4D97-AF65-F5344CB8AC3E}">
        <p14:creationId xmlns:p14="http://schemas.microsoft.com/office/powerpoint/2010/main" val="25441041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After third debugging, say the “those are my 3” joke</a:t>
            </a:r>
          </a:p>
        </p:txBody>
      </p:sp>
      <p:sp>
        <p:nvSpPr>
          <p:cNvPr id="4" name="Slide Number Placeholder 3"/>
          <p:cNvSpPr>
            <a:spLocks noGrp="1"/>
          </p:cNvSpPr>
          <p:nvPr>
            <p:ph type="sldNum" sz="quarter" idx="5"/>
          </p:nvPr>
        </p:nvSpPr>
        <p:spPr/>
        <p:txBody>
          <a:bodyPr/>
          <a:lstStyle/>
          <a:p>
            <a:fld id="{4BBF2809-F272-465C-B573-2DAF6CD206A2}" type="slidenum">
              <a:rPr lang="en-US" smtClean="0"/>
              <a:t>2</a:t>
            </a:fld>
            <a:endParaRPr lang="en-US"/>
          </a:p>
        </p:txBody>
      </p:sp>
    </p:spTree>
    <p:extLst>
      <p:ext uri="{BB962C8B-B14F-4D97-AF65-F5344CB8AC3E}">
        <p14:creationId xmlns:p14="http://schemas.microsoft.com/office/powerpoint/2010/main" val="117778508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“who am you”, explain the whole “the questions where in first person”</a:t>
            </a:r>
          </a:p>
          <a:p>
            <a:endParaRPr lang="en-US" dirty="0"/>
          </a:p>
          <a:p>
            <a:r>
              <a:rPr lang="en-US" dirty="0"/>
              <a:t>Explain reason chose </a:t>
            </a:r>
            <a:r>
              <a:rPr lang="en-US" dirty="0" err="1"/>
              <a:t>shipchannel</a:t>
            </a:r>
            <a:r>
              <a:rPr lang="en-US" dirty="0"/>
              <a:t>?</a:t>
            </a:r>
          </a:p>
        </p:txBody>
      </p:sp>
      <p:sp>
        <p:nvSpPr>
          <p:cNvPr id="4" name="Slide Number Placeholder 3"/>
          <p:cNvSpPr>
            <a:spLocks noGrp="1"/>
          </p:cNvSpPr>
          <p:nvPr>
            <p:ph type="sldNum" sz="quarter" idx="5"/>
          </p:nvPr>
        </p:nvSpPr>
        <p:spPr/>
        <p:txBody>
          <a:bodyPr/>
          <a:lstStyle/>
          <a:p>
            <a:fld id="{4BBF2809-F272-465C-B573-2DAF6CD206A2}" type="slidenum">
              <a:rPr lang="en-US" smtClean="0"/>
              <a:t>3</a:t>
            </a:fld>
            <a:endParaRPr lang="en-US"/>
          </a:p>
        </p:txBody>
      </p:sp>
    </p:spTree>
    <p:extLst>
      <p:ext uri="{BB962C8B-B14F-4D97-AF65-F5344CB8AC3E}">
        <p14:creationId xmlns:p14="http://schemas.microsoft.com/office/powerpoint/2010/main" val="218743914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More </a:t>
            </a:r>
            <a:r>
              <a:rPr lang="en-US" dirty="0" err="1"/>
              <a:t>deltais</a:t>
            </a:r>
            <a:r>
              <a:rPr lang="en-US" dirty="0"/>
              <a:t> on discussions?</a:t>
            </a:r>
          </a:p>
        </p:txBody>
      </p:sp>
      <p:sp>
        <p:nvSpPr>
          <p:cNvPr id="4" name="Slide Number Placeholder 3"/>
          <p:cNvSpPr>
            <a:spLocks noGrp="1"/>
          </p:cNvSpPr>
          <p:nvPr>
            <p:ph type="sldNum" sz="quarter" idx="5"/>
          </p:nvPr>
        </p:nvSpPr>
        <p:spPr/>
        <p:txBody>
          <a:bodyPr/>
          <a:lstStyle/>
          <a:p>
            <a:fld id="{4BBF2809-F272-465C-B573-2DAF6CD206A2}" type="slidenum">
              <a:rPr lang="en-US" smtClean="0"/>
              <a:t>4</a:t>
            </a:fld>
            <a:endParaRPr lang="en-US"/>
          </a:p>
        </p:txBody>
      </p:sp>
    </p:spTree>
    <p:extLst>
      <p:ext uri="{BB962C8B-B14F-4D97-AF65-F5344CB8AC3E}">
        <p14:creationId xmlns:p14="http://schemas.microsoft.com/office/powerpoint/2010/main" val="3825243562"/>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7" name="Picture 6" descr="C0-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375150"/>
            <a:ext cx="12192000" cy="2482850"/>
          </a:xfrm>
          <a:prstGeom prst="rect">
            <a:avLst/>
          </a:prstGeom>
        </p:spPr>
      </p:pic>
      <p:sp>
        <p:nvSpPr>
          <p:cNvPr id="2" name="Title 1"/>
          <p:cNvSpPr>
            <a:spLocks noGrp="1"/>
          </p:cNvSpPr>
          <p:nvPr>
            <p:ph type="ctrTitle"/>
          </p:nvPr>
        </p:nvSpPr>
        <p:spPr>
          <a:xfrm>
            <a:off x="1371600" y="1803405"/>
            <a:ext cx="9448800" cy="1825096"/>
          </a:xfrm>
        </p:spPr>
        <p:txBody>
          <a:bodyPr anchor="b">
            <a:normAutofit/>
          </a:bodyPr>
          <a:lstStyle>
            <a:lvl1pPr algn="l">
              <a:defRPr sz="6000"/>
            </a:lvl1pPr>
          </a:lstStyle>
          <a:p>
            <a:r>
              <a:rPr lang="en-US"/>
              <a:t>Click to edit Master title style</a:t>
            </a:r>
            <a:endParaRPr lang="en-US" dirty="0"/>
          </a:p>
        </p:txBody>
      </p:sp>
      <p:sp>
        <p:nvSpPr>
          <p:cNvPr id="3" name="Subtitle 2"/>
          <p:cNvSpPr>
            <a:spLocks noGrp="1"/>
          </p:cNvSpPr>
          <p:nvPr>
            <p:ph type="subTitle" idx="1"/>
          </p:nvPr>
        </p:nvSpPr>
        <p:spPr>
          <a:xfrm>
            <a:off x="1371600" y="3632201"/>
            <a:ext cx="9448800" cy="685800"/>
          </a:xfrm>
        </p:spPr>
        <p:txBody>
          <a:bodyPr>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a:xfrm>
            <a:off x="7909561" y="4314328"/>
            <a:ext cx="2910840" cy="374642"/>
          </a:xfrm>
        </p:spPr>
        <p:txBody>
          <a:bodyPr/>
          <a:lstStyle/>
          <a:p>
            <a:fld id="{3001F3D3-B64E-45E5-A774-FFEE7077F3D9}" type="datetimeFigureOut">
              <a:rPr lang="en-US" smtClean="0"/>
              <a:t>6/23/2026</a:t>
            </a:fld>
            <a:endParaRPr lang="en-US"/>
          </a:p>
        </p:txBody>
      </p:sp>
      <p:sp>
        <p:nvSpPr>
          <p:cNvPr id="5" name="Footer Placeholder 4"/>
          <p:cNvSpPr>
            <a:spLocks noGrp="1"/>
          </p:cNvSpPr>
          <p:nvPr>
            <p:ph type="ftr" sz="quarter" idx="11"/>
          </p:nvPr>
        </p:nvSpPr>
        <p:spPr>
          <a:xfrm>
            <a:off x="1371600" y="4323845"/>
            <a:ext cx="6400800" cy="365125"/>
          </a:xfrm>
        </p:spPr>
        <p:txBody>
          <a:bodyPr/>
          <a:lstStyle/>
          <a:p>
            <a:endParaRPr lang="en-US"/>
          </a:p>
        </p:txBody>
      </p:sp>
      <p:sp>
        <p:nvSpPr>
          <p:cNvPr id="6" name="Slide Number Placeholder 5"/>
          <p:cNvSpPr>
            <a:spLocks noGrp="1"/>
          </p:cNvSpPr>
          <p:nvPr>
            <p:ph type="sldNum" sz="quarter" idx="12"/>
          </p:nvPr>
        </p:nvSpPr>
        <p:spPr>
          <a:xfrm>
            <a:off x="8077200" y="1430866"/>
            <a:ext cx="2743200" cy="365125"/>
          </a:xfrm>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378264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3001F3D3-B64E-45E5-A774-FFEE7077F3D9}" type="datetimeFigureOut">
              <a:rPr lang="en-US" smtClean="0"/>
              <a:t>6/23/2026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217354618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pic>
        <p:nvPicPr>
          <p:cNvPr id="9" name="Picture 8" descr="C0-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375150"/>
            <a:ext cx="12192000" cy="2482850"/>
          </a:xfrm>
          <a:prstGeom prst="rect">
            <a:avLst/>
          </a:prstGeom>
        </p:spPr>
      </p:pic>
      <p:sp>
        <p:nvSpPr>
          <p:cNvPr id="2" name="Title 1"/>
          <p:cNvSpPr>
            <a:spLocks noGrp="1"/>
          </p:cNvSpPr>
          <p:nvPr>
            <p:ph type="title"/>
          </p:nvPr>
        </p:nvSpPr>
        <p:spPr>
          <a:xfrm>
            <a:off x="685800" y="753533"/>
            <a:ext cx="10820399" cy="2801935"/>
          </a:xfrm>
        </p:spPr>
        <p:txBody>
          <a:bodyPr anchor="b">
            <a:normAutofit/>
          </a:bodyPr>
          <a:lstStyle>
            <a:lvl1pPr algn="r">
              <a:defRPr sz="4000"/>
            </a:lvl1pPr>
          </a:lstStyle>
          <a:p>
            <a:r>
              <a:rPr lang="en-US"/>
              <a:t>Click to edit Master title style</a:t>
            </a:r>
            <a:endParaRPr lang="en-US" dirty="0"/>
          </a:p>
        </p:txBody>
      </p:sp>
      <p:sp>
        <p:nvSpPr>
          <p:cNvPr id="3" name="Text Placeholder 2"/>
          <p:cNvSpPr>
            <a:spLocks noGrp="1"/>
          </p:cNvSpPr>
          <p:nvPr>
            <p:ph type="body" idx="1"/>
          </p:nvPr>
        </p:nvSpPr>
        <p:spPr>
          <a:xfrm>
            <a:off x="1024467" y="3641725"/>
            <a:ext cx="10490200" cy="955675"/>
          </a:xfrm>
        </p:spPr>
        <p:txBody>
          <a:bodyPr>
            <a:normAutofit/>
          </a:bodyPr>
          <a:lstStyle>
            <a:lvl1pPr marL="0" indent="0" algn="r">
              <a:buNone/>
              <a:defRPr sz="22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7814452" y="381000"/>
            <a:ext cx="2910840" cy="365125"/>
          </a:xfrm>
        </p:spPr>
        <p:txBody>
          <a:bodyPr/>
          <a:lstStyle>
            <a:lvl1pPr algn="r">
              <a:defRPr/>
            </a:lvl1pPr>
          </a:lstStyle>
          <a:p>
            <a:fld id="{3001F3D3-B64E-45E5-A774-FFEE7077F3D9}" type="datetimeFigureOut">
              <a:rPr lang="en-US" smtClean="0"/>
              <a:t>6/23/2026</a:t>
            </a:fld>
            <a:endParaRPr lang="en-US"/>
          </a:p>
        </p:txBody>
      </p:sp>
      <p:sp>
        <p:nvSpPr>
          <p:cNvPr id="5" name="Footer Placeholder 4"/>
          <p:cNvSpPr>
            <a:spLocks noGrp="1"/>
          </p:cNvSpPr>
          <p:nvPr>
            <p:ph type="ftr" sz="quarter" idx="11"/>
          </p:nvPr>
        </p:nvSpPr>
        <p:spPr>
          <a:xfrm>
            <a:off x="685800" y="381001"/>
            <a:ext cx="6991492" cy="364065"/>
          </a:xfrm>
        </p:spPr>
        <p:txBody>
          <a:bodyPr/>
          <a:lstStyle/>
          <a:p>
            <a:endParaRPr lang="en-US"/>
          </a:p>
        </p:txBody>
      </p:sp>
      <p:sp>
        <p:nvSpPr>
          <p:cNvPr id="6" name="Slide Number Placeholder 5"/>
          <p:cNvSpPr>
            <a:spLocks noGrp="1"/>
          </p:cNvSpPr>
          <p:nvPr>
            <p:ph type="sldNum" sz="quarter" idx="12"/>
          </p:nvPr>
        </p:nvSpPr>
        <p:spPr>
          <a:xfrm>
            <a:off x="10862452" y="381000"/>
            <a:ext cx="643748" cy="365125"/>
          </a:xfrm>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8712631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85800" y="2194559"/>
            <a:ext cx="5334000" cy="40241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2194559"/>
            <a:ext cx="5334000" cy="40241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3001F3D3-B64E-45E5-A774-FFEE7077F3D9}" type="datetimeFigureOut">
              <a:rPr lang="en-US" smtClean="0"/>
              <a:t>6/23/2026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115198474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895600" y="762000"/>
            <a:ext cx="8610600" cy="1295400"/>
          </a:xfrm>
        </p:spPr>
        <p:txBody>
          <a:bodyPr/>
          <a:lstStyle/>
          <a:p>
            <a:r>
              <a:rPr lang="en-US"/>
              <a:t>Click to edit Master title style</a:t>
            </a:r>
            <a:endParaRPr lang="en-US" dirty="0"/>
          </a:p>
        </p:txBody>
      </p:sp>
      <p:sp>
        <p:nvSpPr>
          <p:cNvPr id="3" name="Text Placeholder 2"/>
          <p:cNvSpPr>
            <a:spLocks noGrp="1"/>
          </p:cNvSpPr>
          <p:nvPr>
            <p:ph type="body" idx="1"/>
          </p:nvPr>
        </p:nvSpPr>
        <p:spPr>
          <a:xfrm>
            <a:off x="914409" y="2183802"/>
            <a:ext cx="5079991" cy="823912"/>
          </a:xfrm>
        </p:spPr>
        <p:txBody>
          <a:bodyPr anchor="b">
            <a:normAutofit/>
          </a:bodyPr>
          <a:lstStyle>
            <a:lvl1pPr marL="0" indent="0">
              <a:buNone/>
              <a:defRPr sz="28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85800" y="3132666"/>
            <a:ext cx="5311775" cy="308601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00800" y="2183802"/>
            <a:ext cx="5105400" cy="823912"/>
          </a:xfrm>
        </p:spPr>
        <p:txBody>
          <a:bodyPr anchor="b">
            <a:normAutofit/>
          </a:bodyPr>
          <a:lstStyle>
            <a:lvl1pPr marL="0" indent="0">
              <a:buNone/>
              <a:defRPr sz="28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3132666"/>
            <a:ext cx="5334000" cy="308601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3001F3D3-B64E-45E5-A774-FFEE7077F3D9}" type="datetimeFigureOut">
              <a:rPr lang="en-US" smtClean="0"/>
              <a:t>6/23/2026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34273264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3001F3D3-B64E-45E5-A774-FFEE7077F3D9}" type="datetimeFigureOut">
              <a:rPr lang="en-US" smtClean="0"/>
              <a:t>6/23/2026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20179644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3001F3D3-B64E-45E5-A774-FFEE7077F3D9}" type="datetimeFigureOut">
              <a:rPr lang="en-US" smtClean="0"/>
              <a:t>6/23/2026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38263286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85800" y="1524000"/>
            <a:ext cx="4114800" cy="1600200"/>
          </a:xfrm>
        </p:spPr>
        <p:txBody>
          <a:bodyPr anchor="b"/>
          <a:lstStyle>
            <a:lvl1pPr algn="l">
              <a:defRPr sz="3200"/>
            </a:lvl1pPr>
          </a:lstStyle>
          <a:p>
            <a:r>
              <a:rPr lang="en-US"/>
              <a:t>Click to edit Master title style</a:t>
            </a:r>
            <a:endParaRPr lang="en-US" dirty="0"/>
          </a:p>
        </p:txBody>
      </p:sp>
      <p:sp>
        <p:nvSpPr>
          <p:cNvPr id="3" name="Content Placeholder 2"/>
          <p:cNvSpPr>
            <a:spLocks noGrp="1"/>
          </p:cNvSpPr>
          <p:nvPr>
            <p:ph idx="1"/>
          </p:nvPr>
        </p:nvSpPr>
        <p:spPr>
          <a:xfrm>
            <a:off x="4995582" y="746759"/>
            <a:ext cx="6510618" cy="5471925"/>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85800" y="3124199"/>
            <a:ext cx="4114800" cy="3094485"/>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3001F3D3-B64E-45E5-A774-FFEE7077F3D9}" type="datetimeFigureOut">
              <a:rPr lang="en-US" smtClean="0"/>
              <a:t>6/23/2026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389934133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85800" y="1524000"/>
            <a:ext cx="6873240" cy="1600200"/>
          </a:xfrm>
        </p:spPr>
        <p:txBody>
          <a:bodyPr anchor="b"/>
          <a:lstStyle>
            <a:lvl1pPr algn="l">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7861238" y="751241"/>
            <a:ext cx="3644962" cy="5467443"/>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85800" y="3124199"/>
            <a:ext cx="6873240" cy="3094485"/>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3001F3D3-B64E-45E5-A774-FFEE7077F3D9}" type="datetimeFigureOut">
              <a:rPr lang="en-US" smtClean="0"/>
              <a:t>6/23/2026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388376174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85777" y="4697360"/>
            <a:ext cx="10822034" cy="819355"/>
          </a:xfrm>
        </p:spPr>
        <p:txBody>
          <a:bodyPr anchor="b"/>
          <a:lstStyle>
            <a:lvl1pPr algn="l">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681727" y="941439"/>
            <a:ext cx="10821840" cy="3478161"/>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85800" y="5516715"/>
            <a:ext cx="10820400" cy="701969"/>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3001F3D3-B64E-45E5-A774-FFEE7077F3D9}" type="datetimeFigureOut">
              <a:rPr lang="en-US" smtClean="0"/>
              <a:t>6/23/2026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28277022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p:cSld name="Title and Caption">
    <p:spTree>
      <p:nvGrpSpPr>
        <p:cNvPr id="1" name=""/>
        <p:cNvGrpSpPr/>
        <p:nvPr/>
      </p:nvGrpSpPr>
      <p:grpSpPr>
        <a:xfrm>
          <a:off x="0" y="0"/>
          <a:ext cx="0" cy="0"/>
          <a:chOff x="0" y="0"/>
          <a:chExt cx="0" cy="0"/>
        </a:xfrm>
      </p:grpSpPr>
      <p:pic>
        <p:nvPicPr>
          <p:cNvPr id="8" name="Picture 7" descr="C0-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375150"/>
            <a:ext cx="12192000" cy="2482850"/>
          </a:xfrm>
          <a:prstGeom prst="rect">
            <a:avLst/>
          </a:prstGeom>
        </p:spPr>
      </p:pic>
      <p:sp>
        <p:nvSpPr>
          <p:cNvPr id="2" name="Title 1"/>
          <p:cNvSpPr>
            <a:spLocks noGrp="1"/>
          </p:cNvSpPr>
          <p:nvPr>
            <p:ph type="title"/>
          </p:nvPr>
        </p:nvSpPr>
        <p:spPr>
          <a:xfrm>
            <a:off x="685800" y="753532"/>
            <a:ext cx="10820400" cy="2802467"/>
          </a:xfrm>
        </p:spPr>
        <p:txBody>
          <a:bodyPr anchor="ctr"/>
          <a:lstStyle>
            <a:lvl1pPr algn="l">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1024467" y="3649133"/>
            <a:ext cx="10130516" cy="999067"/>
          </a:xfrm>
        </p:spPr>
        <p:txBody>
          <a:bodyPr anchor="ct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7814452" y="381000"/>
            <a:ext cx="2910840" cy="365125"/>
          </a:xfrm>
        </p:spPr>
        <p:txBody>
          <a:bodyPr/>
          <a:lstStyle>
            <a:lvl1pPr algn="r">
              <a:defRPr/>
            </a:lvl1pPr>
          </a:lstStyle>
          <a:p>
            <a:fld id="{3001F3D3-B64E-45E5-A774-FFEE7077F3D9}" type="datetimeFigureOut">
              <a:rPr lang="en-US" smtClean="0"/>
              <a:t>6/23/2026</a:t>
            </a:fld>
            <a:endParaRPr lang="en-US"/>
          </a:p>
        </p:txBody>
      </p:sp>
      <p:sp>
        <p:nvSpPr>
          <p:cNvPr id="6" name="Footer Placeholder 5"/>
          <p:cNvSpPr>
            <a:spLocks noGrp="1"/>
          </p:cNvSpPr>
          <p:nvPr>
            <p:ph type="ftr" sz="quarter" idx="11"/>
          </p:nvPr>
        </p:nvSpPr>
        <p:spPr>
          <a:xfrm>
            <a:off x="685800" y="379941"/>
            <a:ext cx="6991492" cy="365125"/>
          </a:xfrm>
        </p:spPr>
        <p:txBody>
          <a:bodyPr/>
          <a:lstStyle/>
          <a:p>
            <a:endParaRPr lang="en-US"/>
          </a:p>
        </p:txBody>
      </p:sp>
      <p:sp>
        <p:nvSpPr>
          <p:cNvPr id="7" name="Slide Number Placeholder 6"/>
          <p:cNvSpPr>
            <a:spLocks noGrp="1"/>
          </p:cNvSpPr>
          <p:nvPr>
            <p:ph type="sldNum" sz="quarter" idx="12"/>
          </p:nvPr>
        </p:nvSpPr>
        <p:spPr>
          <a:xfrm>
            <a:off x="10862452" y="381000"/>
            <a:ext cx="643748" cy="365125"/>
          </a:xfrm>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51426697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p:cSld name="Quote with Caption">
    <p:spTree>
      <p:nvGrpSpPr>
        <p:cNvPr id="1" name=""/>
        <p:cNvGrpSpPr/>
        <p:nvPr/>
      </p:nvGrpSpPr>
      <p:grpSpPr>
        <a:xfrm>
          <a:off x="0" y="0"/>
          <a:ext cx="0" cy="0"/>
          <a:chOff x="0" y="0"/>
          <a:chExt cx="0" cy="0"/>
        </a:xfrm>
      </p:grpSpPr>
      <p:pic>
        <p:nvPicPr>
          <p:cNvPr id="13" name="Picture 12" descr="C0-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375150"/>
            <a:ext cx="12192000" cy="2482850"/>
          </a:xfrm>
          <a:prstGeom prst="rect">
            <a:avLst/>
          </a:prstGeom>
        </p:spPr>
      </p:pic>
      <p:sp>
        <p:nvSpPr>
          <p:cNvPr id="2" name="Title 1"/>
          <p:cNvSpPr>
            <a:spLocks noGrp="1"/>
          </p:cNvSpPr>
          <p:nvPr>
            <p:ph type="title"/>
          </p:nvPr>
        </p:nvSpPr>
        <p:spPr>
          <a:xfrm>
            <a:off x="1024467" y="753533"/>
            <a:ext cx="10151533" cy="2604495"/>
          </a:xfrm>
        </p:spPr>
        <p:txBody>
          <a:bodyPr anchor="ctr"/>
          <a:lstStyle>
            <a:lvl1pPr algn="l">
              <a:defRPr sz="3200"/>
            </a:lvl1pPr>
          </a:lstStyle>
          <a:p>
            <a:r>
              <a:rPr lang="en-US"/>
              <a:t>Click to edit Master title style</a:t>
            </a:r>
            <a:endParaRPr lang="en-US" dirty="0"/>
          </a:p>
        </p:txBody>
      </p:sp>
      <p:sp>
        <p:nvSpPr>
          <p:cNvPr id="12" name="Text Placeholder 3"/>
          <p:cNvSpPr>
            <a:spLocks noGrp="1"/>
          </p:cNvSpPr>
          <p:nvPr>
            <p:ph type="body" sz="half" idx="13"/>
          </p:nvPr>
        </p:nvSpPr>
        <p:spPr>
          <a:xfrm>
            <a:off x="1303865" y="3365556"/>
            <a:ext cx="9592736" cy="444443"/>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1024467" y="3959862"/>
            <a:ext cx="10151533" cy="679871"/>
          </a:xfrm>
        </p:spPr>
        <p:txBody>
          <a:bodyPr anchor="ct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7814452" y="381000"/>
            <a:ext cx="2910840" cy="365125"/>
          </a:xfrm>
        </p:spPr>
        <p:txBody>
          <a:bodyPr/>
          <a:lstStyle>
            <a:lvl1pPr algn="r">
              <a:defRPr/>
            </a:lvl1pPr>
          </a:lstStyle>
          <a:p>
            <a:fld id="{3001F3D3-B64E-45E5-A774-FFEE7077F3D9}" type="datetimeFigureOut">
              <a:rPr lang="en-US" smtClean="0"/>
              <a:t>6/23/2026</a:t>
            </a:fld>
            <a:endParaRPr lang="en-US"/>
          </a:p>
        </p:txBody>
      </p:sp>
      <p:sp>
        <p:nvSpPr>
          <p:cNvPr id="6" name="Footer Placeholder 5"/>
          <p:cNvSpPr>
            <a:spLocks noGrp="1"/>
          </p:cNvSpPr>
          <p:nvPr>
            <p:ph type="ftr" sz="quarter" idx="11"/>
          </p:nvPr>
        </p:nvSpPr>
        <p:spPr>
          <a:xfrm>
            <a:off x="685800" y="379941"/>
            <a:ext cx="6991492" cy="365125"/>
          </a:xfrm>
        </p:spPr>
        <p:txBody>
          <a:bodyPr/>
          <a:lstStyle/>
          <a:p>
            <a:endParaRPr lang="en-US"/>
          </a:p>
        </p:txBody>
      </p:sp>
      <p:sp>
        <p:nvSpPr>
          <p:cNvPr id="7" name="Slide Number Placeholder 6"/>
          <p:cNvSpPr>
            <a:spLocks noGrp="1"/>
          </p:cNvSpPr>
          <p:nvPr>
            <p:ph type="sldNum" sz="quarter" idx="12"/>
          </p:nvPr>
        </p:nvSpPr>
        <p:spPr>
          <a:xfrm>
            <a:off x="10862452" y="381000"/>
            <a:ext cx="643748" cy="365125"/>
          </a:xfrm>
        </p:spPr>
        <p:txBody>
          <a:bodyPr/>
          <a:lstStyle/>
          <a:p>
            <a:fld id="{97D21221-C6A6-4006-A191-9AD020835639}" type="slidenum">
              <a:rPr lang="en-US" smtClean="0"/>
              <a:t>‹#›</a:t>
            </a:fld>
            <a:endParaRPr lang="en-US"/>
          </a:p>
        </p:txBody>
      </p:sp>
      <p:sp>
        <p:nvSpPr>
          <p:cNvPr id="9" name="TextBox 8"/>
          <p:cNvSpPr txBox="1"/>
          <p:nvPr/>
        </p:nvSpPr>
        <p:spPr>
          <a:xfrm>
            <a:off x="476250" y="933450"/>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0" name="TextBox 9"/>
          <p:cNvSpPr txBox="1"/>
          <p:nvPr/>
        </p:nvSpPr>
        <p:spPr>
          <a:xfrm>
            <a:off x="10984230" y="2701290"/>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89117346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p:cSld name="Name Card">
    <p:spTree>
      <p:nvGrpSpPr>
        <p:cNvPr id="1" name=""/>
        <p:cNvGrpSpPr/>
        <p:nvPr/>
      </p:nvGrpSpPr>
      <p:grpSpPr>
        <a:xfrm>
          <a:off x="0" y="0"/>
          <a:ext cx="0" cy="0"/>
          <a:chOff x="0" y="0"/>
          <a:chExt cx="0" cy="0"/>
        </a:xfrm>
      </p:grpSpPr>
      <p:pic>
        <p:nvPicPr>
          <p:cNvPr id="9" name="Picture 8" descr="C0-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375150"/>
            <a:ext cx="12192000" cy="2482850"/>
          </a:xfrm>
          <a:prstGeom prst="rect">
            <a:avLst/>
          </a:prstGeom>
        </p:spPr>
      </p:pic>
      <p:sp>
        <p:nvSpPr>
          <p:cNvPr id="2" name="Title 1"/>
          <p:cNvSpPr>
            <a:spLocks noGrp="1"/>
          </p:cNvSpPr>
          <p:nvPr>
            <p:ph type="title"/>
          </p:nvPr>
        </p:nvSpPr>
        <p:spPr>
          <a:xfrm>
            <a:off x="1024495" y="1124701"/>
            <a:ext cx="10146186" cy="2511835"/>
          </a:xfrm>
        </p:spPr>
        <p:txBody>
          <a:bodyPr anchor="b"/>
          <a:lstStyle>
            <a:lvl1pPr algn="l">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1024467" y="3648315"/>
            <a:ext cx="10144654" cy="999885"/>
          </a:xfrm>
        </p:spPr>
        <p:txBody>
          <a:bodyPr anchor="t"/>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7814452" y="378883"/>
            <a:ext cx="2910840" cy="365125"/>
          </a:xfrm>
        </p:spPr>
        <p:txBody>
          <a:bodyPr/>
          <a:lstStyle>
            <a:lvl1pPr algn="r">
              <a:defRPr/>
            </a:lvl1pPr>
          </a:lstStyle>
          <a:p>
            <a:fld id="{3001F3D3-B64E-45E5-A774-FFEE7077F3D9}" type="datetimeFigureOut">
              <a:rPr lang="en-US" smtClean="0"/>
              <a:t>6/23/2026</a:t>
            </a:fld>
            <a:endParaRPr lang="en-US"/>
          </a:p>
        </p:txBody>
      </p:sp>
      <p:sp>
        <p:nvSpPr>
          <p:cNvPr id="6" name="Footer Placeholder 5"/>
          <p:cNvSpPr>
            <a:spLocks noGrp="1"/>
          </p:cNvSpPr>
          <p:nvPr>
            <p:ph type="ftr" sz="quarter" idx="11"/>
          </p:nvPr>
        </p:nvSpPr>
        <p:spPr>
          <a:xfrm>
            <a:off x="685800" y="378883"/>
            <a:ext cx="6991492" cy="365125"/>
          </a:xfrm>
        </p:spPr>
        <p:txBody>
          <a:bodyPr/>
          <a:lstStyle/>
          <a:p>
            <a:endParaRPr lang="en-US"/>
          </a:p>
        </p:txBody>
      </p:sp>
      <p:sp>
        <p:nvSpPr>
          <p:cNvPr id="7" name="Slide Number Placeholder 6"/>
          <p:cNvSpPr>
            <a:spLocks noGrp="1"/>
          </p:cNvSpPr>
          <p:nvPr>
            <p:ph type="sldNum" sz="quarter" idx="12"/>
          </p:nvPr>
        </p:nvSpPr>
        <p:spPr>
          <a:xfrm>
            <a:off x="10862452" y="381000"/>
            <a:ext cx="643748" cy="365125"/>
          </a:xfrm>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180053529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2895600" y="761999"/>
            <a:ext cx="8610599" cy="1303867"/>
          </a:xfrm>
        </p:spPr>
        <p:txBody>
          <a:bodyPr/>
          <a:lstStyle/>
          <a:p>
            <a:r>
              <a:rPr lang="en-US"/>
              <a:t>Click to edit Master title style</a:t>
            </a:r>
            <a:endParaRPr lang="en-US" dirty="0"/>
          </a:p>
        </p:txBody>
      </p:sp>
      <p:sp>
        <p:nvSpPr>
          <p:cNvPr id="7" name="Text Placeholder 2"/>
          <p:cNvSpPr>
            <a:spLocks noGrp="1"/>
          </p:cNvSpPr>
          <p:nvPr>
            <p:ph type="body" idx="1"/>
          </p:nvPr>
        </p:nvSpPr>
        <p:spPr>
          <a:xfrm>
            <a:off x="685800" y="2202080"/>
            <a:ext cx="3456432" cy="617320"/>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685799" y="2904565"/>
            <a:ext cx="3456432" cy="331413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368800" y="2201333"/>
            <a:ext cx="3456432" cy="626534"/>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366858" y="2904067"/>
            <a:ext cx="3456432" cy="331461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8051800" y="2192866"/>
            <a:ext cx="3456432" cy="626534"/>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8051801" y="2904565"/>
            <a:ext cx="3456432" cy="331413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3001F3D3-B64E-45E5-A774-FFEE7077F3D9}" type="datetimeFigureOut">
              <a:rPr lang="en-US" smtClean="0"/>
              <a:t>6/23/2026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13389510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2895600" y="762000"/>
            <a:ext cx="8610599" cy="129540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688618" y="4191000"/>
            <a:ext cx="3451582" cy="682765"/>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688618" y="2362200"/>
            <a:ext cx="3451582"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688618" y="4873764"/>
            <a:ext cx="3451582" cy="1344921"/>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374263" y="4191000"/>
            <a:ext cx="3448935" cy="682765"/>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374263" y="2362200"/>
            <a:ext cx="3448936"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4374264" y="4873763"/>
            <a:ext cx="3448935" cy="1344921"/>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8049731" y="4191000"/>
            <a:ext cx="3456469" cy="682765"/>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8049855" y="2362200"/>
            <a:ext cx="3447878"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8049731" y="4873761"/>
            <a:ext cx="3452445" cy="1344921"/>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3001F3D3-B64E-45E5-A774-FFEE7077F3D9}" type="datetimeFigureOut">
              <a:rPr lang="en-US" smtClean="0"/>
              <a:t>6/23/2026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400621249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a:xfrm>
            <a:off x="685800" y="2194559"/>
            <a:ext cx="10820400" cy="40241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3001F3D3-B64E-45E5-A774-FFEE7077F3D9}" type="datetimeFigureOut">
              <a:rPr lang="en-US" smtClean="0"/>
              <a:t>6/23/2026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243364843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pic>
        <p:nvPicPr>
          <p:cNvPr id="8" name="Picture 7" descr="C0-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375150"/>
            <a:ext cx="12192000" cy="2482850"/>
          </a:xfrm>
          <a:prstGeom prst="rect">
            <a:avLst/>
          </a:prstGeom>
        </p:spPr>
      </p:pic>
      <p:sp>
        <p:nvSpPr>
          <p:cNvPr id="2" name="Vertical Title 1"/>
          <p:cNvSpPr>
            <a:spLocks noGrp="1"/>
          </p:cNvSpPr>
          <p:nvPr>
            <p:ph type="title" orient="vert"/>
          </p:nvPr>
        </p:nvSpPr>
        <p:spPr>
          <a:xfrm>
            <a:off x="9448800" y="745066"/>
            <a:ext cx="2057400" cy="3903133"/>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1024466" y="745067"/>
            <a:ext cx="8204201" cy="3903133"/>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7814452" y="379941"/>
            <a:ext cx="2910840" cy="365125"/>
          </a:xfrm>
        </p:spPr>
        <p:txBody>
          <a:bodyPr/>
          <a:lstStyle>
            <a:lvl1pPr algn="r">
              <a:defRPr/>
            </a:lvl1pPr>
          </a:lstStyle>
          <a:p>
            <a:fld id="{3001F3D3-B64E-45E5-A774-FFEE7077F3D9}" type="datetimeFigureOut">
              <a:rPr lang="en-US" smtClean="0"/>
              <a:t>6/23/2026</a:t>
            </a:fld>
            <a:endParaRPr lang="en-US"/>
          </a:p>
        </p:txBody>
      </p:sp>
      <p:sp>
        <p:nvSpPr>
          <p:cNvPr id="5" name="Footer Placeholder 4"/>
          <p:cNvSpPr>
            <a:spLocks noGrp="1"/>
          </p:cNvSpPr>
          <p:nvPr>
            <p:ph type="ftr" sz="quarter" idx="11"/>
          </p:nvPr>
        </p:nvSpPr>
        <p:spPr>
          <a:xfrm>
            <a:off x="685800" y="381000"/>
            <a:ext cx="6991492" cy="365125"/>
          </a:xfrm>
        </p:spPr>
        <p:txBody>
          <a:bodyPr/>
          <a:lstStyle/>
          <a:p>
            <a:endParaRPr lang="en-US"/>
          </a:p>
        </p:txBody>
      </p:sp>
      <p:sp>
        <p:nvSpPr>
          <p:cNvPr id="6" name="Slide Number Placeholder 5"/>
          <p:cNvSpPr>
            <a:spLocks noGrp="1"/>
          </p:cNvSpPr>
          <p:nvPr>
            <p:ph type="sldNum" sz="quarter" idx="12"/>
          </p:nvPr>
        </p:nvSpPr>
        <p:spPr>
          <a:xfrm>
            <a:off x="10862452" y="381000"/>
            <a:ext cx="643748" cy="365125"/>
          </a:xfrm>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378869667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7" name="Picture 6" descr="C0-HD-TOP.png"/>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0" y="0"/>
            <a:ext cx="12192000" cy="1441450"/>
          </a:xfrm>
          <a:prstGeom prst="rect">
            <a:avLst/>
          </a:prstGeom>
        </p:spPr>
      </p:pic>
      <p:sp>
        <p:nvSpPr>
          <p:cNvPr id="2" name="Title Placeholder 1"/>
          <p:cNvSpPr>
            <a:spLocks noGrp="1"/>
          </p:cNvSpPr>
          <p:nvPr>
            <p:ph type="title"/>
          </p:nvPr>
        </p:nvSpPr>
        <p:spPr>
          <a:xfrm>
            <a:off x="2895600" y="764373"/>
            <a:ext cx="8610600" cy="1293028"/>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85800" y="2194560"/>
            <a:ext cx="10820400" cy="4024125"/>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595360" y="6356350"/>
            <a:ext cx="291084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3001F3D3-B64E-45E5-A774-FFEE7077F3D9}" type="datetimeFigureOut">
              <a:rPr lang="en-US" smtClean="0"/>
              <a:t>6/23/2026</a:t>
            </a:fld>
            <a:endParaRPr lang="en-US"/>
          </a:p>
        </p:txBody>
      </p:sp>
      <p:sp>
        <p:nvSpPr>
          <p:cNvPr id="5" name="Footer Placeholder 4"/>
          <p:cNvSpPr>
            <a:spLocks noGrp="1"/>
          </p:cNvSpPr>
          <p:nvPr>
            <p:ph type="ftr" sz="quarter" idx="3"/>
          </p:nvPr>
        </p:nvSpPr>
        <p:spPr>
          <a:xfrm>
            <a:off x="685800" y="6355845"/>
            <a:ext cx="7772400" cy="365125"/>
          </a:xfrm>
          <a:prstGeom prst="rect">
            <a:avLst/>
          </a:prstGeom>
        </p:spPr>
        <p:txBody>
          <a:bodyPr vert="horz" lIns="91440" tIns="45720" rIns="91440" bIns="45720" rtlCol="0" anchor="ctr"/>
          <a:lstStyle>
            <a:lvl1pPr algn="l">
              <a:defRPr sz="105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63000" y="381000"/>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97D21221-C6A6-4006-A191-9AD020835639}" type="slidenum">
              <a:rPr lang="en-US" smtClean="0"/>
              <a:t>‹#›</a:t>
            </a:fld>
            <a:endParaRPr lang="en-US"/>
          </a:p>
        </p:txBody>
      </p:sp>
    </p:spTree>
    <p:extLst>
      <p:ext uri="{BB962C8B-B14F-4D97-AF65-F5344CB8AC3E}">
        <p14:creationId xmlns:p14="http://schemas.microsoft.com/office/powerpoint/2010/main" val="2541596402"/>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r" defTabSz="914400" rtl="0" eaLnBrk="1" latinLnBrk="0" hangingPunct="1">
        <a:lnSpc>
          <a:spcPct val="90000"/>
        </a:lnSpc>
        <a:spcBef>
          <a:spcPct val="0"/>
        </a:spcBef>
        <a:buNone/>
        <a:defRPr sz="4000" kern="1200" cap="all" baseline="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2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customXml" Target="../ink/ink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customXml" Target="../ink/ink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071FAF-C6B0-38AC-9F95-1D6B0F02C1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E67BC7-8656-F7ED-1039-66F678C88F45}"/>
              </a:ext>
            </a:extLst>
          </p:cNvPr>
          <p:cNvSpPr>
            <a:spLocks noGrp="1"/>
          </p:cNvSpPr>
          <p:nvPr>
            <p:ph type="ctrTitle"/>
          </p:nvPr>
        </p:nvSpPr>
        <p:spPr>
          <a:xfrm>
            <a:off x="1524000" y="1771649"/>
            <a:ext cx="9144000" cy="1738313"/>
          </a:xfrm>
        </p:spPr>
        <p:txBody>
          <a:bodyPr>
            <a:normAutofit fontScale="90000"/>
          </a:bodyPr>
          <a:lstStyle/>
          <a:p>
            <a:r>
              <a:rPr lang="en-US" dirty="0"/>
              <a:t>Charlie’s</a:t>
            </a:r>
            <a:br>
              <a:rPr lang="en-US" dirty="0"/>
            </a:br>
            <a:r>
              <a:rPr lang="en-US" dirty="0"/>
              <a:t>Spring Term Presentation</a:t>
            </a:r>
          </a:p>
        </p:txBody>
      </p:sp>
      <p:sp>
        <p:nvSpPr>
          <p:cNvPr id="8" name="Subtitle 2">
            <a:extLst>
              <a:ext uri="{FF2B5EF4-FFF2-40B4-BE49-F238E27FC236}">
                <a16:creationId xmlns:a16="http://schemas.microsoft.com/office/drawing/2014/main" id="{3A43815D-8181-84B3-7647-DDD66602B421}"/>
              </a:ext>
            </a:extLst>
          </p:cNvPr>
          <p:cNvSpPr txBox="1">
            <a:spLocks/>
          </p:cNvSpPr>
          <p:nvPr/>
        </p:nvSpPr>
        <p:spPr>
          <a:xfrm>
            <a:off x="5076728" y="4032504"/>
            <a:ext cx="1167384" cy="430466"/>
          </a:xfrm>
          <a:prstGeom prst="rect">
            <a:avLst/>
          </a:prstGeom>
        </p:spPr>
        <p:txBody>
          <a:bodyPr vert="horz" lIns="91440" tIns="45720" rIns="91440" bIns="45720" rtlCol="0">
            <a:normAutofit fontScale="925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a:t>Charlie</a:t>
            </a:r>
          </a:p>
        </p:txBody>
      </p:sp>
      <p:sp>
        <p:nvSpPr>
          <p:cNvPr id="10" name="Subtitle 2">
            <a:extLst>
              <a:ext uri="{FF2B5EF4-FFF2-40B4-BE49-F238E27FC236}">
                <a16:creationId xmlns:a16="http://schemas.microsoft.com/office/drawing/2014/main" id="{4AA1E5B6-F66B-5C77-EE50-BF9E9417468A}"/>
              </a:ext>
            </a:extLst>
          </p:cNvPr>
          <p:cNvSpPr txBox="1">
            <a:spLocks/>
          </p:cNvSpPr>
          <p:nvPr/>
        </p:nvSpPr>
        <p:spPr>
          <a:xfrm>
            <a:off x="6075904" y="4032504"/>
            <a:ext cx="1021080" cy="430466"/>
          </a:xfrm>
          <a:prstGeom prst="rect">
            <a:avLst/>
          </a:prstGeom>
        </p:spPr>
        <p:txBody>
          <a:bodyPr vert="horz" lIns="91440" tIns="45720" rIns="91440" bIns="45720" rtlCol="0">
            <a:normAutofit fontScale="925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a:t>Hatch</a:t>
            </a:r>
          </a:p>
        </p:txBody>
      </p:sp>
      <p:sp>
        <p:nvSpPr>
          <p:cNvPr id="16" name="Subtitle 2">
            <a:extLst>
              <a:ext uri="{FF2B5EF4-FFF2-40B4-BE49-F238E27FC236}">
                <a16:creationId xmlns:a16="http://schemas.microsoft.com/office/drawing/2014/main" id="{80C038D9-E5C4-4AAC-F408-A2AC791A02D6}"/>
              </a:ext>
            </a:extLst>
          </p:cNvPr>
          <p:cNvSpPr txBox="1">
            <a:spLocks/>
          </p:cNvSpPr>
          <p:nvPr/>
        </p:nvSpPr>
        <p:spPr>
          <a:xfrm>
            <a:off x="5707948" y="3628503"/>
            <a:ext cx="573024" cy="430466"/>
          </a:xfrm>
          <a:prstGeom prst="rect">
            <a:avLst/>
          </a:prstGeom>
        </p:spPr>
        <p:txBody>
          <a:bodyPr vert="horz" lIns="91440" tIns="45720" rIns="91440" bIns="45720" rtlCol="0">
            <a:normAutofit fontScale="92500" lnSpcReduction="1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2800" b="1" dirty="0"/>
              <a:t>B</a:t>
            </a:r>
          </a:p>
        </p:txBody>
      </p:sp>
      <p:sp>
        <p:nvSpPr>
          <p:cNvPr id="17" name="Subtitle 2">
            <a:extLst>
              <a:ext uri="{FF2B5EF4-FFF2-40B4-BE49-F238E27FC236}">
                <a16:creationId xmlns:a16="http://schemas.microsoft.com/office/drawing/2014/main" id="{D77FA4EE-35F5-0F5A-3208-8DFF3CE03759}"/>
              </a:ext>
            </a:extLst>
          </p:cNvPr>
          <p:cNvSpPr txBox="1">
            <a:spLocks/>
          </p:cNvSpPr>
          <p:nvPr/>
        </p:nvSpPr>
        <p:spPr>
          <a:xfrm>
            <a:off x="5897312" y="3602038"/>
            <a:ext cx="573024" cy="430466"/>
          </a:xfrm>
          <a:prstGeom prst="rect">
            <a:avLst/>
          </a:prstGeom>
        </p:spPr>
        <p:txBody>
          <a:bodyPr vert="horz" lIns="91440" tIns="45720" rIns="91440" bIns="45720" rtlCol="0">
            <a:normAutofit fontScale="92500" lnSpcReduction="1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2800" b="1" dirty="0"/>
              <a:t>y</a:t>
            </a:r>
          </a:p>
        </p:txBody>
      </p:sp>
      <mc:AlternateContent xmlns:mc="http://schemas.openxmlformats.org/markup-compatibility/2006" xmlns:p14="http://schemas.microsoft.com/office/powerpoint/2010/main">
        <mc:Choice Requires="p14">
          <p:contentPart p14:bwMode="auto" r:id="rId2">
            <p14:nvContentPartPr>
              <p14:cNvPr id="4" name="Ink 3">
                <a:extLst>
                  <a:ext uri="{FF2B5EF4-FFF2-40B4-BE49-F238E27FC236}">
                    <a16:creationId xmlns:a16="http://schemas.microsoft.com/office/drawing/2014/main" id="{B871843D-0883-EB06-DA3D-9EBA602F3080}"/>
                  </a:ext>
                </a:extLst>
              </p14:cNvPr>
              <p14:cNvContentPartPr/>
              <p14:nvPr/>
            </p14:nvContentPartPr>
            <p14:xfrm>
              <a:off x="1133175" y="3095550"/>
              <a:ext cx="360" cy="360"/>
            </p14:xfrm>
          </p:contentPart>
        </mc:Choice>
        <mc:Fallback xmlns="">
          <p:pic>
            <p:nvPicPr>
              <p:cNvPr id="4" name="Ink 3">
                <a:extLst>
                  <a:ext uri="{FF2B5EF4-FFF2-40B4-BE49-F238E27FC236}">
                    <a16:creationId xmlns:a16="http://schemas.microsoft.com/office/drawing/2014/main" id="{B871843D-0883-EB06-DA3D-9EBA602F3080}"/>
                  </a:ext>
                </a:extLst>
              </p:cNvPr>
              <p:cNvPicPr/>
              <p:nvPr/>
            </p:nvPicPr>
            <p:blipFill>
              <a:blip r:embed="rId3"/>
              <a:stretch>
                <a:fillRect/>
              </a:stretch>
            </p:blipFill>
            <p:spPr>
              <a:xfrm>
                <a:off x="1127055" y="3089430"/>
                <a:ext cx="12600" cy="12600"/>
              </a:xfrm>
              <a:prstGeom prst="rect">
                <a:avLst/>
              </a:prstGeom>
            </p:spPr>
          </p:pic>
        </mc:Fallback>
      </mc:AlternateContent>
      <p:sp>
        <p:nvSpPr>
          <p:cNvPr id="11" name="Conector recto 10">
            <a:extLst>
              <a:ext uri="{FF2B5EF4-FFF2-40B4-BE49-F238E27FC236}">
                <a16:creationId xmlns:a16="http://schemas.microsoft.com/office/drawing/2014/main" id="{AD1FF79A-F404-4C13-8BEE-2D19D60C99B5}"/>
              </a:ext>
            </a:extLst>
          </p:cNvPr>
          <p:cNvSpPr/>
          <p:nvPr/>
        </p:nvSpPr>
        <p:spPr>
          <a:xfrm rot="6812815">
            <a:off x="85360" y="5232600"/>
            <a:ext cx="1097280" cy="0"/>
          </a:xfrm>
          <a:prstGeom prst="line">
            <a:avLst/>
          </a:prstGeom>
          <a:solidFill>
            <a:srgbClr val="000000">
              <a:alpha val="5000"/>
            </a:srgbClr>
          </a:solidFill>
          <a:ln w="12600">
            <a:solidFill>
              <a:schemeClr val="bg1"/>
            </a:solidFill>
          </a:ln>
        </p:spPr>
        <p:style>
          <a:lnRef idx="2">
            <a:schemeClr val="accent1"/>
          </a:lnRef>
          <a:fillRef idx="0">
            <a:schemeClr val="accent1"/>
          </a:fillRef>
          <a:effectRef idx="1">
            <a:schemeClr val="accent1"/>
          </a:effectRef>
          <a:fontRef idx="minor">
            <a:schemeClr val="tx1"/>
          </a:fontRef>
        </p:style>
        <p:txBody>
          <a:bodyPr wrap="none" rtlCol="0" anchor="ctr" anchorCtr="1"/>
          <a:lstStyle/>
          <a:p>
            <a:endParaRPr lang="en-US">
              <a:solidFill>
                <a:srgbClr val="000000"/>
              </a:solidFill>
            </a:endParaRPr>
          </a:p>
        </p:txBody>
      </p:sp>
    </p:spTree>
    <p:extLst>
      <p:ext uri="{BB962C8B-B14F-4D97-AF65-F5344CB8AC3E}">
        <p14:creationId xmlns:p14="http://schemas.microsoft.com/office/powerpoint/2010/main" val="3373281182"/>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6000">
        <p15:prstTrans prst="curtains"/>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type="lt">
                                    <p:tmAbs val="70"/>
                                  </p:iterate>
                                  <p:childTnLst>
                                    <p:set>
                                      <p:cBhvr>
                                        <p:cTn id="6" dur="1" fill="hold">
                                          <p:stCondLst>
                                            <p:cond delay="0"/>
                                          </p:stCondLst>
                                        </p:cTn>
                                        <p:tgtEl>
                                          <p:spTgt spid="2"/>
                                        </p:tgtEl>
                                        <p:attrNameLst>
                                          <p:attrName>style.visibility</p:attrName>
                                        </p:attrNameLst>
                                      </p:cBhvr>
                                      <p:to>
                                        <p:strVal val="visible"/>
                                      </p:to>
                                    </p:set>
                                  </p:childTnLst>
                                </p:cTn>
                              </p:par>
                            </p:childTnLst>
                          </p:cTn>
                        </p:par>
                        <p:par>
                          <p:cTn id="7" fill="hold">
                            <p:stCondLst>
                              <p:cond delay="2101"/>
                            </p:stCondLst>
                            <p:childTnLst>
                              <p:par>
                                <p:cTn id="8" presetID="1" presetClass="entr" presetSubtype="0" fill="hold" grpId="0" nodeType="afterEffect">
                                  <p:stCondLst>
                                    <p:cond delay="150"/>
                                  </p:stCondLst>
                                  <p:childTnLst>
                                    <p:set>
                                      <p:cBhvr>
                                        <p:cTn id="9" dur="1" fill="hold">
                                          <p:stCondLst>
                                            <p:cond delay="0"/>
                                          </p:stCondLst>
                                        </p:cTn>
                                        <p:tgtEl>
                                          <p:spTgt spid="11"/>
                                        </p:tgtEl>
                                        <p:attrNameLst>
                                          <p:attrName>style.visibility</p:attrName>
                                        </p:attrNameLst>
                                      </p:cBhvr>
                                      <p:to>
                                        <p:strVal val="visible"/>
                                      </p:to>
                                    </p:set>
                                  </p:childTnLst>
                                </p:cTn>
                              </p:par>
                            </p:childTnLst>
                          </p:cTn>
                        </p:par>
                        <p:par>
                          <p:cTn id="10" fill="hold">
                            <p:stCondLst>
                              <p:cond delay="2251"/>
                            </p:stCondLst>
                            <p:childTnLst>
                              <p:par>
                                <p:cTn id="11" presetID="2" presetClass="entr" presetSubtype="8" fill="hold" grpId="0" nodeType="afterEffect">
                                  <p:stCondLst>
                                    <p:cond delay="0"/>
                                  </p:stCondLst>
                                  <p:childTnLst>
                                    <p:set>
                                      <p:cBhvr>
                                        <p:cTn id="12" dur="1" fill="hold">
                                          <p:stCondLst>
                                            <p:cond delay="0"/>
                                          </p:stCondLst>
                                        </p:cTn>
                                        <p:tgtEl>
                                          <p:spTgt spid="10"/>
                                        </p:tgtEl>
                                        <p:attrNameLst>
                                          <p:attrName>style.visibility</p:attrName>
                                        </p:attrNameLst>
                                      </p:cBhvr>
                                      <p:to>
                                        <p:strVal val="visible"/>
                                      </p:to>
                                    </p:set>
                                    <p:anim calcmode="lin" valueType="num">
                                      <p:cBhvr additive="base">
                                        <p:cTn id="13" dur="1500" fill="hold"/>
                                        <p:tgtEl>
                                          <p:spTgt spid="10"/>
                                        </p:tgtEl>
                                        <p:attrNameLst>
                                          <p:attrName>ppt_x</p:attrName>
                                        </p:attrNameLst>
                                      </p:cBhvr>
                                      <p:tavLst>
                                        <p:tav tm="0">
                                          <p:val>
                                            <p:strVal val="0-#ppt_w/2"/>
                                          </p:val>
                                        </p:tav>
                                        <p:tav tm="100000">
                                          <p:val>
                                            <p:strVal val="#ppt_x"/>
                                          </p:val>
                                        </p:tav>
                                      </p:tavLst>
                                    </p:anim>
                                    <p:anim calcmode="lin" valueType="num">
                                      <p:cBhvr additive="base">
                                        <p:cTn id="14" dur="1500" fill="hold"/>
                                        <p:tgtEl>
                                          <p:spTgt spid="10"/>
                                        </p:tgtEl>
                                        <p:attrNameLst>
                                          <p:attrName>ppt_y</p:attrName>
                                        </p:attrNameLst>
                                      </p:cBhvr>
                                      <p:tavLst>
                                        <p:tav tm="0">
                                          <p:val>
                                            <p:strVal val="#ppt_y"/>
                                          </p:val>
                                        </p:tav>
                                        <p:tav tm="100000">
                                          <p:val>
                                            <p:strVal val="#ppt_y"/>
                                          </p:val>
                                        </p:tav>
                                      </p:tavLst>
                                    </p:anim>
                                  </p:childTnLst>
                                </p:cTn>
                              </p:par>
                              <p:par>
                                <p:cTn id="15" presetID="2" presetClass="entr" presetSubtype="2"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anim calcmode="lin" valueType="num">
                                      <p:cBhvr additive="base">
                                        <p:cTn id="17" dur="1500" fill="hold"/>
                                        <p:tgtEl>
                                          <p:spTgt spid="8"/>
                                        </p:tgtEl>
                                        <p:attrNameLst>
                                          <p:attrName>ppt_x</p:attrName>
                                        </p:attrNameLst>
                                      </p:cBhvr>
                                      <p:tavLst>
                                        <p:tav tm="0">
                                          <p:val>
                                            <p:strVal val="1+#ppt_w/2"/>
                                          </p:val>
                                        </p:tav>
                                        <p:tav tm="100000">
                                          <p:val>
                                            <p:strVal val="#ppt_x"/>
                                          </p:val>
                                        </p:tav>
                                      </p:tavLst>
                                    </p:anim>
                                    <p:anim calcmode="lin" valueType="num">
                                      <p:cBhvr additive="base">
                                        <p:cTn id="18" dur="1500" fill="hold"/>
                                        <p:tgtEl>
                                          <p:spTgt spid="8"/>
                                        </p:tgtEl>
                                        <p:attrNameLst>
                                          <p:attrName>ppt_y</p:attrName>
                                        </p:attrNameLst>
                                      </p:cBhvr>
                                      <p:tavLst>
                                        <p:tav tm="0">
                                          <p:val>
                                            <p:strVal val="#ppt_y"/>
                                          </p:val>
                                        </p:tav>
                                        <p:tav tm="100000">
                                          <p:val>
                                            <p:strVal val="#ppt_y"/>
                                          </p:val>
                                        </p:tav>
                                      </p:tavLst>
                                    </p:anim>
                                  </p:childTnLst>
                                </p:cTn>
                              </p:par>
                              <p:par>
                                <p:cTn id="19" presetID="2" presetClass="entr" presetSubtype="6" fill="hold" grpId="0" nodeType="withEffect">
                                  <p:stCondLst>
                                    <p:cond delay="0"/>
                                  </p:stCondLst>
                                  <p:childTnLst>
                                    <p:set>
                                      <p:cBhvr>
                                        <p:cTn id="20" dur="1" fill="hold">
                                          <p:stCondLst>
                                            <p:cond delay="0"/>
                                          </p:stCondLst>
                                        </p:cTn>
                                        <p:tgtEl>
                                          <p:spTgt spid="16"/>
                                        </p:tgtEl>
                                        <p:attrNameLst>
                                          <p:attrName>style.visibility</p:attrName>
                                        </p:attrNameLst>
                                      </p:cBhvr>
                                      <p:to>
                                        <p:strVal val="visible"/>
                                      </p:to>
                                    </p:set>
                                    <p:anim calcmode="lin" valueType="num">
                                      <p:cBhvr additive="base">
                                        <p:cTn id="21" dur="1500" fill="hold"/>
                                        <p:tgtEl>
                                          <p:spTgt spid="16"/>
                                        </p:tgtEl>
                                        <p:attrNameLst>
                                          <p:attrName>ppt_x</p:attrName>
                                        </p:attrNameLst>
                                      </p:cBhvr>
                                      <p:tavLst>
                                        <p:tav tm="0">
                                          <p:val>
                                            <p:strVal val="1+#ppt_w/2"/>
                                          </p:val>
                                        </p:tav>
                                        <p:tav tm="100000">
                                          <p:val>
                                            <p:strVal val="#ppt_x"/>
                                          </p:val>
                                        </p:tav>
                                      </p:tavLst>
                                    </p:anim>
                                    <p:anim calcmode="lin" valueType="num">
                                      <p:cBhvr additive="base">
                                        <p:cTn id="22" dur="1500" fill="hold"/>
                                        <p:tgtEl>
                                          <p:spTgt spid="16"/>
                                        </p:tgtEl>
                                        <p:attrNameLst>
                                          <p:attrName>ppt_y</p:attrName>
                                        </p:attrNameLst>
                                      </p:cBhvr>
                                      <p:tavLst>
                                        <p:tav tm="0">
                                          <p:val>
                                            <p:strVal val="1+#ppt_h/2"/>
                                          </p:val>
                                        </p:tav>
                                        <p:tav tm="100000">
                                          <p:val>
                                            <p:strVal val="#ppt_y"/>
                                          </p:val>
                                        </p:tav>
                                      </p:tavLst>
                                    </p:anim>
                                  </p:childTnLst>
                                </p:cTn>
                              </p:par>
                              <p:par>
                                <p:cTn id="23" presetID="2" presetClass="entr" presetSubtype="12" fill="hold" grpId="0" nodeType="withEffect">
                                  <p:stCondLst>
                                    <p:cond delay="0"/>
                                  </p:stCondLst>
                                  <p:childTnLst>
                                    <p:set>
                                      <p:cBhvr>
                                        <p:cTn id="24" dur="1" fill="hold">
                                          <p:stCondLst>
                                            <p:cond delay="0"/>
                                          </p:stCondLst>
                                        </p:cTn>
                                        <p:tgtEl>
                                          <p:spTgt spid="17"/>
                                        </p:tgtEl>
                                        <p:attrNameLst>
                                          <p:attrName>style.visibility</p:attrName>
                                        </p:attrNameLst>
                                      </p:cBhvr>
                                      <p:to>
                                        <p:strVal val="visible"/>
                                      </p:to>
                                    </p:set>
                                    <p:anim calcmode="lin" valueType="num">
                                      <p:cBhvr additive="base">
                                        <p:cTn id="25" dur="1500" fill="hold"/>
                                        <p:tgtEl>
                                          <p:spTgt spid="17"/>
                                        </p:tgtEl>
                                        <p:attrNameLst>
                                          <p:attrName>ppt_x</p:attrName>
                                        </p:attrNameLst>
                                      </p:cBhvr>
                                      <p:tavLst>
                                        <p:tav tm="0">
                                          <p:val>
                                            <p:strVal val="0-#ppt_w/2"/>
                                          </p:val>
                                        </p:tav>
                                        <p:tav tm="100000">
                                          <p:val>
                                            <p:strVal val="#ppt_x"/>
                                          </p:val>
                                        </p:tav>
                                      </p:tavLst>
                                    </p:anim>
                                    <p:anim calcmode="lin" valueType="num">
                                      <p:cBhvr additive="base">
                                        <p:cTn id="26" dur="1500" fill="hold"/>
                                        <p:tgtEl>
                                          <p:spTgt spid="1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p:bldP spid="10" grpId="0"/>
      <p:bldP spid="16" grpId="0"/>
      <p:bldP spid="17" grpId="0"/>
      <p:bldP spid="11"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72B6B1FE-6B01-4FC2-BCF5-012C5239C1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a:extLst>
              <a:ext uri="{FF2B5EF4-FFF2-40B4-BE49-F238E27FC236}">
                <a16:creationId xmlns:a16="http://schemas.microsoft.com/office/drawing/2014/main" id="{9B69754F-41F0-4EE1-98C6-2FDDD9538C9D}"/>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0" y="0"/>
            <a:ext cx="12192000" cy="1441450"/>
          </a:xfrm>
          <a:prstGeom prst="rect">
            <a:avLst/>
          </a:prstGeom>
        </p:spPr>
      </p:pic>
      <p:sp>
        <p:nvSpPr>
          <p:cNvPr id="2" name="Title 1">
            <a:extLst>
              <a:ext uri="{FF2B5EF4-FFF2-40B4-BE49-F238E27FC236}">
                <a16:creationId xmlns:a16="http://schemas.microsoft.com/office/drawing/2014/main" id="{CABE40B0-7AFB-B285-5066-7B441A27BF72}"/>
              </a:ext>
            </a:extLst>
          </p:cNvPr>
          <p:cNvSpPr>
            <a:spLocks noGrp="1"/>
          </p:cNvSpPr>
          <p:nvPr>
            <p:ph type="title"/>
          </p:nvPr>
        </p:nvSpPr>
        <p:spPr>
          <a:xfrm>
            <a:off x="685800" y="764373"/>
            <a:ext cx="4753466" cy="1293028"/>
          </a:xfrm>
        </p:spPr>
        <p:txBody>
          <a:bodyPr>
            <a:normAutofit/>
          </a:bodyPr>
          <a:lstStyle/>
          <a:p>
            <a:r>
              <a:rPr lang="en-US" dirty="0"/>
              <a:t>Tech: Advanced app-dev</a:t>
            </a:r>
          </a:p>
        </p:txBody>
      </p:sp>
      <p:sp>
        <p:nvSpPr>
          <p:cNvPr id="3" name="Content Placeholder 2">
            <a:extLst>
              <a:ext uri="{FF2B5EF4-FFF2-40B4-BE49-F238E27FC236}">
                <a16:creationId xmlns:a16="http://schemas.microsoft.com/office/drawing/2014/main" id="{D4080C78-579B-6737-72DA-8EFC61A29CE1}"/>
              </a:ext>
            </a:extLst>
          </p:cNvPr>
          <p:cNvSpPr>
            <a:spLocks noGrp="1"/>
          </p:cNvSpPr>
          <p:nvPr>
            <p:ph idx="1"/>
          </p:nvPr>
        </p:nvSpPr>
        <p:spPr>
          <a:xfrm>
            <a:off x="685801" y="2194560"/>
            <a:ext cx="4753466" cy="4024125"/>
          </a:xfrm>
        </p:spPr>
        <p:txBody>
          <a:bodyPr>
            <a:normAutofit/>
          </a:bodyPr>
          <a:lstStyle/>
          <a:p>
            <a:r>
              <a:rPr lang="en-US" sz="1300"/>
              <a:t>We worked on two things in advanced appdev.</a:t>
            </a:r>
          </a:p>
          <a:p>
            <a:pPr lvl="1"/>
            <a:r>
              <a:rPr lang="en-US" sz="1300"/>
              <a:t>One of the projects we worked on was the Snack Shack</a:t>
            </a:r>
          </a:p>
          <a:p>
            <a:pPr lvl="2"/>
            <a:r>
              <a:rPr lang="en-US" sz="1300"/>
              <a:t>In actuality, the most major was, as discussed by Ryan, actually databases and SQL. But I figured you have heard about that from him</a:t>
            </a:r>
          </a:p>
          <a:p>
            <a:pPr lvl="1"/>
            <a:r>
              <a:rPr lang="en-US" sz="1300"/>
              <a:t>Tasks used:</a:t>
            </a:r>
          </a:p>
          <a:p>
            <a:pPr lvl="2"/>
            <a:r>
              <a:rPr lang="en-US" sz="1300"/>
              <a:t>Debugging</a:t>
            </a:r>
          </a:p>
          <a:p>
            <a:pPr lvl="3"/>
            <a:r>
              <a:rPr lang="en-US" sz="1300"/>
              <a:t>Debugging</a:t>
            </a:r>
          </a:p>
          <a:p>
            <a:pPr lvl="3"/>
            <a:r>
              <a:rPr lang="en-US" sz="1300"/>
              <a:t>Debugging</a:t>
            </a:r>
          </a:p>
          <a:p>
            <a:pPr marL="914400" lvl="2" indent="0">
              <a:buNone/>
            </a:pPr>
            <a:r>
              <a:rPr lang="en-US" sz="1300"/>
              <a:t>Okay, in all seriousness</a:t>
            </a:r>
          </a:p>
          <a:p>
            <a:pPr lvl="2"/>
            <a:r>
              <a:rPr lang="en-US" sz="1300"/>
              <a:t>Critical Thinking</a:t>
            </a:r>
          </a:p>
          <a:p>
            <a:pPr lvl="2"/>
            <a:r>
              <a:rPr lang="en-US" sz="1300"/>
              <a:t>Trial and Error</a:t>
            </a:r>
          </a:p>
          <a:p>
            <a:pPr lvl="2"/>
            <a:endParaRPr lang="en-US" sz="1300"/>
          </a:p>
          <a:p>
            <a:pPr marL="0" indent="0">
              <a:buNone/>
            </a:pPr>
            <a:r>
              <a:rPr lang="en-US" sz="1300"/>
              <a:t>As for what I gained, it’s mostly just more knowledge, in this case about SQL</a:t>
            </a:r>
          </a:p>
        </p:txBody>
      </p:sp>
      <p:sp>
        <p:nvSpPr>
          <p:cNvPr id="18" name="Rounded Rectangle 29">
            <a:extLst>
              <a:ext uri="{FF2B5EF4-FFF2-40B4-BE49-F238E27FC236}">
                <a16:creationId xmlns:a16="http://schemas.microsoft.com/office/drawing/2014/main" id="{C02E8FC7-9C8C-45D3-B2E0-E76BB859E1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125065" y="1127125"/>
            <a:ext cx="5381135" cy="4987926"/>
          </a:xfrm>
          <a:prstGeom prst="roundRect">
            <a:avLst>
              <a:gd name="adj" fmla="val 2403"/>
            </a:avLst>
          </a:prstGeom>
          <a:solidFill>
            <a:srgbClr val="FFFFFF"/>
          </a:solidFill>
          <a:ln>
            <a:noFill/>
          </a:ln>
          <a:effectLst>
            <a:innerShdw blurRad="114300">
              <a:prstClr val="black"/>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descr="A screenshot of a computer error&#10;&#10;AI-generated content may be incorrect.">
            <a:extLst>
              <a:ext uri="{FF2B5EF4-FFF2-40B4-BE49-F238E27FC236}">
                <a16:creationId xmlns:a16="http://schemas.microsoft.com/office/drawing/2014/main" id="{0B528D0D-73C7-10B6-E3FB-B4A6C198227A}"/>
              </a:ext>
            </a:extLst>
          </p:cNvPr>
          <p:cNvPicPr>
            <a:picLocks noChangeAspect="1"/>
          </p:cNvPicPr>
          <p:nvPr/>
        </p:nvPicPr>
        <p:blipFill>
          <a:blip r:embed="rId4"/>
          <a:stretch>
            <a:fillRect/>
          </a:stretch>
        </p:blipFill>
        <p:spPr>
          <a:xfrm>
            <a:off x="6657290" y="1917568"/>
            <a:ext cx="1949285" cy="1740432"/>
          </a:xfrm>
          <a:prstGeom prst="rect">
            <a:avLst/>
          </a:prstGeom>
        </p:spPr>
      </p:pic>
      <p:sp>
        <p:nvSpPr>
          <p:cNvPr id="20" name="Round Single Corner Rectangle 35">
            <a:extLst>
              <a:ext uri="{FF2B5EF4-FFF2-40B4-BE49-F238E27FC236}">
                <a16:creationId xmlns:a16="http://schemas.microsoft.com/office/drawing/2014/main" id="{F80CFC61-D49F-4C18-8984-2F7A8E0152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6406240" y="1673848"/>
            <a:ext cx="2451386" cy="2227874"/>
          </a:xfrm>
          <a:prstGeom prst="round1Rect">
            <a:avLst>
              <a:gd name="adj" fmla="val 2864"/>
            </a:avLst>
          </a:prstGeom>
          <a:noFill/>
          <a:ln w="12700">
            <a:solidFill>
              <a:schemeClr val="bg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descr="A screenshot of a computer&#10;&#10;AI-generated content may be incorrect.">
            <a:extLst>
              <a:ext uri="{FF2B5EF4-FFF2-40B4-BE49-F238E27FC236}">
                <a16:creationId xmlns:a16="http://schemas.microsoft.com/office/drawing/2014/main" id="{CDB3469D-2D61-248F-34C0-6D9412488077}"/>
              </a:ext>
            </a:extLst>
          </p:cNvPr>
          <p:cNvPicPr>
            <a:picLocks noChangeAspect="1"/>
          </p:cNvPicPr>
          <p:nvPr/>
        </p:nvPicPr>
        <p:blipFill>
          <a:blip r:embed="rId5"/>
          <a:stretch>
            <a:fillRect/>
          </a:stretch>
        </p:blipFill>
        <p:spPr>
          <a:xfrm>
            <a:off x="9026758" y="1702363"/>
            <a:ext cx="1949252" cy="1228029"/>
          </a:xfrm>
          <a:prstGeom prst="rect">
            <a:avLst/>
          </a:prstGeom>
        </p:spPr>
      </p:pic>
      <p:sp>
        <p:nvSpPr>
          <p:cNvPr id="22" name="Round Single Corner Rectangle 55">
            <a:extLst>
              <a:ext uri="{FF2B5EF4-FFF2-40B4-BE49-F238E27FC236}">
                <a16:creationId xmlns:a16="http://schemas.microsoft.com/office/drawing/2014/main" id="{E3F050CD-47CE-475B-895F-9AFDA1B459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9240519" y="1200156"/>
            <a:ext cx="1521731" cy="2232443"/>
          </a:xfrm>
          <a:prstGeom prst="round1Rect">
            <a:avLst>
              <a:gd name="adj" fmla="val 2864"/>
            </a:avLst>
          </a:prstGeom>
          <a:noFill/>
          <a:ln w="12700">
            <a:solidFill>
              <a:schemeClr val="bg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descr="A screenshot of a computer&#10;&#10;AI-generated content may be incorrect.">
            <a:extLst>
              <a:ext uri="{FF2B5EF4-FFF2-40B4-BE49-F238E27FC236}">
                <a16:creationId xmlns:a16="http://schemas.microsoft.com/office/drawing/2014/main" id="{CC8E914B-D6C6-9F6E-85C7-1E8D1255F3EB}"/>
              </a:ext>
            </a:extLst>
          </p:cNvPr>
          <p:cNvPicPr>
            <a:picLocks noChangeAspect="1"/>
          </p:cNvPicPr>
          <p:nvPr/>
        </p:nvPicPr>
        <p:blipFill>
          <a:blip r:embed="rId6"/>
          <a:stretch>
            <a:fillRect/>
          </a:stretch>
        </p:blipFill>
        <p:spPr>
          <a:xfrm>
            <a:off x="6659574" y="4344180"/>
            <a:ext cx="1949285" cy="1150078"/>
          </a:xfrm>
          <a:prstGeom prst="rect">
            <a:avLst/>
          </a:prstGeom>
        </p:spPr>
      </p:pic>
      <p:sp>
        <p:nvSpPr>
          <p:cNvPr id="24" name="Round Single Corner Rectangle 33">
            <a:extLst>
              <a:ext uri="{FF2B5EF4-FFF2-40B4-BE49-F238E27FC236}">
                <a16:creationId xmlns:a16="http://schemas.microsoft.com/office/drawing/2014/main" id="{1873C5AC-8DD3-477A-89AA-365B7AEABE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V="1">
            <a:off x="6873351" y="3802998"/>
            <a:ext cx="1521731" cy="2232443"/>
          </a:xfrm>
          <a:prstGeom prst="round1Rect">
            <a:avLst>
              <a:gd name="adj" fmla="val 2864"/>
            </a:avLst>
          </a:prstGeom>
          <a:noFill/>
          <a:ln w="12700">
            <a:solidFill>
              <a:schemeClr val="bg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descr="A screenshot of a computer&#10;&#10;AI-generated content may be incorrect.">
            <a:extLst>
              <a:ext uri="{FF2B5EF4-FFF2-40B4-BE49-F238E27FC236}">
                <a16:creationId xmlns:a16="http://schemas.microsoft.com/office/drawing/2014/main" id="{EF2AC355-9018-DB92-EA42-158D8C270C9B}"/>
              </a:ext>
            </a:extLst>
          </p:cNvPr>
          <p:cNvPicPr>
            <a:picLocks noChangeAspect="1"/>
          </p:cNvPicPr>
          <p:nvPr/>
        </p:nvPicPr>
        <p:blipFill>
          <a:blip r:embed="rId5"/>
          <a:stretch>
            <a:fillRect/>
          </a:stretch>
        </p:blipFill>
        <p:spPr>
          <a:xfrm>
            <a:off x="9024458" y="3835762"/>
            <a:ext cx="1949285" cy="1228049"/>
          </a:xfrm>
          <a:prstGeom prst="rect">
            <a:avLst/>
          </a:prstGeom>
        </p:spPr>
      </p:pic>
      <p:sp>
        <p:nvSpPr>
          <p:cNvPr id="26" name="Round Single Corner Rectangle 56">
            <a:extLst>
              <a:ext uri="{FF2B5EF4-FFF2-40B4-BE49-F238E27FC236}">
                <a16:creationId xmlns:a16="http://schemas.microsoft.com/office/drawing/2014/main" id="{3A09FE69-EE44-43FC-98AB-E534FF681B2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flipV="1">
            <a:off x="8773408" y="3335850"/>
            <a:ext cx="2451386" cy="2227874"/>
          </a:xfrm>
          <a:prstGeom prst="round1Rect">
            <a:avLst>
              <a:gd name="adj" fmla="val 2864"/>
            </a:avLst>
          </a:prstGeom>
          <a:noFill/>
          <a:ln w="12700">
            <a:solidFill>
              <a:schemeClr val="bg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7346909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7"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anim calcmode="lin" valueType="num">
                                      <p:cBhvr>
                                        <p:cTn id="8" dur="1000" fill="hold"/>
                                        <p:tgtEl>
                                          <p:spTgt spid="2"/>
                                        </p:tgtEl>
                                        <p:attrNameLst>
                                          <p:attrName>ppt_x</p:attrName>
                                        </p:attrNameLst>
                                      </p:cBhvr>
                                      <p:tavLst>
                                        <p:tav tm="0">
                                          <p:val>
                                            <p:strVal val="#ppt_x"/>
                                          </p:val>
                                        </p:tav>
                                        <p:tav tm="100000">
                                          <p:val>
                                            <p:strVal val="#ppt_x"/>
                                          </p:val>
                                        </p:tav>
                                      </p:tavLst>
                                    </p:anim>
                                    <p:anim calcmode="lin" valueType="num">
                                      <p:cBhvr>
                                        <p:cTn id="9" dur="900" decel="100000" fill="hold"/>
                                        <p:tgtEl>
                                          <p:spTgt spid="2"/>
                                        </p:tgtEl>
                                        <p:attrNameLst>
                                          <p:attrName>ppt_y</p:attrName>
                                        </p:attrNameLst>
                                      </p:cBhvr>
                                      <p:tavLst>
                                        <p:tav tm="0">
                                          <p:val>
                                            <p:strVal val="#ppt_y+1"/>
                                          </p:val>
                                        </p:tav>
                                        <p:tav tm="100000">
                                          <p:val>
                                            <p:strVal val="#ppt_y-.03"/>
                                          </p:val>
                                        </p:tav>
                                      </p:tavLst>
                                    </p:anim>
                                    <p:anim calcmode="lin" valueType="num">
                                      <p:cBhvr>
                                        <p:cTn id="10" dur="100" accel="100000" fill="hold">
                                          <p:stCondLst>
                                            <p:cond delay="900"/>
                                          </p:stCondLst>
                                        </p:cTn>
                                        <p:tgtEl>
                                          <p:spTgt spid="2"/>
                                        </p:tgtEl>
                                        <p:attrNameLst>
                                          <p:attrName>ppt_y</p:attrName>
                                        </p:attrNameLst>
                                      </p:cBhvr>
                                      <p:tavLst>
                                        <p:tav tm="0">
                                          <p:val>
                                            <p:strVal val="#ppt_y-.03"/>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2" presetClass="entr" presetSubtype="4" fill="hold" grpId="0" nodeType="clickEffect">
                                  <p:stCondLst>
                                    <p:cond delay="0"/>
                                  </p:stCondLst>
                                  <p:childTnLst>
                                    <p:set>
                                      <p:cBhvr>
                                        <p:cTn id="14" dur="1" fill="hold">
                                          <p:stCondLst>
                                            <p:cond delay="0"/>
                                          </p:stCondLst>
                                        </p:cTn>
                                        <p:tgtEl>
                                          <p:spTgt spid="3">
                                            <p:txEl>
                                              <p:pRg st="0" end="0"/>
                                            </p:txEl>
                                          </p:spTgt>
                                        </p:tgtEl>
                                        <p:attrNameLst>
                                          <p:attrName>style.visibility</p:attrName>
                                        </p:attrNameLst>
                                      </p:cBhvr>
                                      <p:to>
                                        <p:strVal val="visible"/>
                                      </p:to>
                                    </p:set>
                                    <p:anim calcmode="lin" valueType="num">
                                      <p:cBhvr additive="base">
                                        <p:cTn id="15"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3">
                                            <p:txEl>
                                              <p:pRg st="0" end="0"/>
                                            </p:txEl>
                                          </p:spTgt>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3">
                                            <p:txEl>
                                              <p:pRg st="1" end="1"/>
                                            </p:txEl>
                                          </p:spTgt>
                                        </p:tgtEl>
                                        <p:attrNameLst>
                                          <p:attrName>style.visibility</p:attrName>
                                        </p:attrNameLst>
                                      </p:cBhvr>
                                      <p:to>
                                        <p:strVal val="visible"/>
                                      </p:to>
                                    </p:set>
                                    <p:anim calcmode="lin" valueType="num">
                                      <p:cBhvr additive="base">
                                        <p:cTn id="19"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1" end="1"/>
                                            </p:txEl>
                                          </p:spTgt>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3">
                                            <p:txEl>
                                              <p:pRg st="2" end="2"/>
                                            </p:txEl>
                                          </p:spTgt>
                                        </p:tgtEl>
                                        <p:attrNameLst>
                                          <p:attrName>style.visibility</p:attrName>
                                        </p:attrNameLst>
                                      </p:cBhvr>
                                      <p:to>
                                        <p:strVal val="visible"/>
                                      </p:to>
                                    </p:set>
                                    <p:anim calcmode="lin" valueType="num">
                                      <p:cBhvr additive="base">
                                        <p:cTn id="23"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3">
                                            <p:txEl>
                                              <p:pRg st="2" end="2"/>
                                            </p:txEl>
                                          </p:spTgt>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 calcmode="lin" valueType="num">
                                      <p:cBhvr additive="base">
                                        <p:cTn id="27"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3">
                                            <p:txEl>
                                              <p:pRg st="3" end="3"/>
                                            </p:txEl>
                                          </p:spTgt>
                                        </p:tgtEl>
                                        <p:attrNameLst>
                                          <p:attrName>ppt_y</p:attrName>
                                        </p:attrNameLst>
                                      </p:cBhvr>
                                      <p:tavLst>
                                        <p:tav tm="0">
                                          <p:val>
                                            <p:strVal val="1+#ppt_h/2"/>
                                          </p:val>
                                        </p:tav>
                                        <p:tav tm="100000">
                                          <p:val>
                                            <p:strVal val="#ppt_y"/>
                                          </p:val>
                                        </p:tav>
                                      </p:tavLst>
                                    </p:anim>
                                  </p:childTnLst>
                                </p:cTn>
                              </p:par>
                              <p:par>
                                <p:cTn id="29" presetID="2" presetClass="entr" presetSubtype="4" fill="hold" grpId="0" nodeType="with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par>
                                <p:cTn id="33" presetID="2" presetClass="entr" presetSubtype="4" fill="hold" grpId="0" nodeType="with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anim calcmode="lin" valueType="num">
                                      <p:cBhvr additive="base">
                                        <p:cTn id="35"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3">
                                            <p:txEl>
                                              <p:pRg st="5" end="5"/>
                                            </p:txEl>
                                          </p:spTgt>
                                        </p:tgtEl>
                                        <p:attrNameLst>
                                          <p:attrName>ppt_y</p:attrName>
                                        </p:attrNameLst>
                                      </p:cBhvr>
                                      <p:tavLst>
                                        <p:tav tm="0">
                                          <p:val>
                                            <p:strVal val="1+#ppt_h/2"/>
                                          </p:val>
                                        </p:tav>
                                        <p:tav tm="100000">
                                          <p:val>
                                            <p:strVal val="#ppt_y"/>
                                          </p:val>
                                        </p:tav>
                                      </p:tavLst>
                                    </p:anim>
                                  </p:childTnLst>
                                </p:cTn>
                              </p:par>
                              <p:par>
                                <p:cTn id="37" presetID="2" presetClass="entr" presetSubtype="4" fill="hold" grpId="0" nodeType="withEffect">
                                  <p:stCondLst>
                                    <p:cond delay="0"/>
                                  </p:stCondLst>
                                  <p:childTnLst>
                                    <p:set>
                                      <p:cBhvr>
                                        <p:cTn id="38" dur="1" fill="hold">
                                          <p:stCondLst>
                                            <p:cond delay="0"/>
                                          </p:stCondLst>
                                        </p:cTn>
                                        <p:tgtEl>
                                          <p:spTgt spid="3">
                                            <p:txEl>
                                              <p:pRg st="6" end="6"/>
                                            </p:txEl>
                                          </p:spTgt>
                                        </p:tgtEl>
                                        <p:attrNameLst>
                                          <p:attrName>style.visibility</p:attrName>
                                        </p:attrNameLst>
                                      </p:cBhvr>
                                      <p:to>
                                        <p:strVal val="visible"/>
                                      </p:to>
                                    </p:set>
                                    <p:anim calcmode="lin" valueType="num">
                                      <p:cBhvr additive="base">
                                        <p:cTn id="39"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0" dur="500" fill="hold"/>
                                        <p:tgtEl>
                                          <p:spTgt spid="3">
                                            <p:txEl>
                                              <p:pRg st="6" end="6"/>
                                            </p:txEl>
                                          </p:spTgt>
                                        </p:tgtEl>
                                        <p:attrNameLst>
                                          <p:attrName>ppt_y</p:attrName>
                                        </p:attrNameLst>
                                      </p:cBhvr>
                                      <p:tavLst>
                                        <p:tav tm="0">
                                          <p:val>
                                            <p:strVal val="1+#ppt_h/2"/>
                                          </p:val>
                                        </p:tav>
                                        <p:tav tm="100000">
                                          <p:val>
                                            <p:strVal val="#ppt_y"/>
                                          </p:val>
                                        </p:tav>
                                      </p:tavLst>
                                    </p:anim>
                                  </p:childTnLst>
                                </p:cTn>
                              </p:par>
                              <p:par>
                                <p:cTn id="41" presetID="2" presetClass="entr" presetSubtype="4" fill="hold" grpId="0" nodeType="withEffect">
                                  <p:stCondLst>
                                    <p:cond delay="0"/>
                                  </p:stCondLst>
                                  <p:childTnLst>
                                    <p:set>
                                      <p:cBhvr>
                                        <p:cTn id="42" dur="1" fill="hold">
                                          <p:stCondLst>
                                            <p:cond delay="0"/>
                                          </p:stCondLst>
                                        </p:cTn>
                                        <p:tgtEl>
                                          <p:spTgt spid="3">
                                            <p:txEl>
                                              <p:pRg st="7" end="7"/>
                                            </p:txEl>
                                          </p:spTgt>
                                        </p:tgtEl>
                                        <p:attrNameLst>
                                          <p:attrName>style.visibility</p:attrName>
                                        </p:attrNameLst>
                                      </p:cBhvr>
                                      <p:to>
                                        <p:strVal val="visible"/>
                                      </p:to>
                                    </p:set>
                                    <p:anim calcmode="lin" valueType="num">
                                      <p:cBhvr additive="base">
                                        <p:cTn id="43"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7" end="7"/>
                                            </p:txEl>
                                          </p:spTgt>
                                        </p:tgtEl>
                                        <p:attrNameLst>
                                          <p:attrName>ppt_y</p:attrName>
                                        </p:attrNameLst>
                                      </p:cBhvr>
                                      <p:tavLst>
                                        <p:tav tm="0">
                                          <p:val>
                                            <p:strVal val="1+#ppt_h/2"/>
                                          </p:val>
                                        </p:tav>
                                        <p:tav tm="100000">
                                          <p:val>
                                            <p:strVal val="#ppt_y"/>
                                          </p:val>
                                        </p:tav>
                                      </p:tavLst>
                                    </p:anim>
                                  </p:childTnLst>
                                </p:cTn>
                              </p:par>
                              <p:par>
                                <p:cTn id="45" presetID="2" presetClass="entr" presetSubtype="4" fill="hold" grpId="0" nodeType="with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 calcmode="lin" valueType="num">
                                      <p:cBhvr additive="base">
                                        <p:cTn id="47"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48" dur="500" fill="hold"/>
                                        <p:tgtEl>
                                          <p:spTgt spid="3">
                                            <p:txEl>
                                              <p:pRg st="8" end="8"/>
                                            </p:txEl>
                                          </p:spTgt>
                                        </p:tgtEl>
                                        <p:attrNameLst>
                                          <p:attrName>ppt_y</p:attrName>
                                        </p:attrNameLst>
                                      </p:cBhvr>
                                      <p:tavLst>
                                        <p:tav tm="0">
                                          <p:val>
                                            <p:strVal val="1+#ppt_h/2"/>
                                          </p:val>
                                        </p:tav>
                                        <p:tav tm="100000">
                                          <p:val>
                                            <p:strVal val="#ppt_y"/>
                                          </p:val>
                                        </p:tav>
                                      </p:tavLst>
                                    </p:anim>
                                  </p:childTnLst>
                                </p:cTn>
                              </p:par>
                              <p:par>
                                <p:cTn id="49" presetID="2" presetClass="entr" presetSubtype="4" fill="hold" grpId="0" nodeType="withEffect">
                                  <p:stCondLst>
                                    <p:cond delay="0"/>
                                  </p:stCondLst>
                                  <p:childTnLst>
                                    <p:set>
                                      <p:cBhvr>
                                        <p:cTn id="50" dur="1" fill="hold">
                                          <p:stCondLst>
                                            <p:cond delay="0"/>
                                          </p:stCondLst>
                                        </p:cTn>
                                        <p:tgtEl>
                                          <p:spTgt spid="3">
                                            <p:txEl>
                                              <p:pRg st="9" end="9"/>
                                            </p:txEl>
                                          </p:spTgt>
                                        </p:tgtEl>
                                        <p:attrNameLst>
                                          <p:attrName>style.visibility</p:attrName>
                                        </p:attrNameLst>
                                      </p:cBhvr>
                                      <p:to>
                                        <p:strVal val="visible"/>
                                      </p:to>
                                    </p:set>
                                    <p:anim calcmode="lin" valueType="num">
                                      <p:cBhvr additive="base">
                                        <p:cTn id="51"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52" dur="500" fill="hold"/>
                                        <p:tgtEl>
                                          <p:spTgt spid="3">
                                            <p:txEl>
                                              <p:pRg st="9" end="9"/>
                                            </p:txEl>
                                          </p:spTgt>
                                        </p:tgtEl>
                                        <p:attrNameLst>
                                          <p:attrName>ppt_y</p:attrName>
                                        </p:attrNameLst>
                                      </p:cBhvr>
                                      <p:tavLst>
                                        <p:tav tm="0">
                                          <p:val>
                                            <p:strVal val="1+#ppt_h/2"/>
                                          </p:val>
                                        </p:tav>
                                        <p:tav tm="100000">
                                          <p:val>
                                            <p:strVal val="#ppt_y"/>
                                          </p:val>
                                        </p:tav>
                                      </p:tavLst>
                                    </p:anim>
                                  </p:childTnLst>
                                </p:cTn>
                              </p:par>
                            </p:childTnLst>
                          </p:cTn>
                        </p:par>
                      </p:childTnLst>
                    </p:cTn>
                  </p:par>
                  <p:par>
                    <p:cTn id="53" fill="hold">
                      <p:stCondLst>
                        <p:cond delay="indefinite"/>
                      </p:stCondLst>
                      <p:childTnLst>
                        <p:par>
                          <p:cTn id="54" fill="hold">
                            <p:stCondLst>
                              <p:cond delay="0"/>
                            </p:stCondLst>
                            <p:childTnLst>
                              <p:par>
                                <p:cTn id="55" presetID="2" presetClass="entr" presetSubtype="4" fill="hold" grpId="0" nodeType="clickEffect">
                                  <p:stCondLst>
                                    <p:cond delay="0"/>
                                  </p:stCondLst>
                                  <p:childTnLst>
                                    <p:set>
                                      <p:cBhvr>
                                        <p:cTn id="56" dur="1" fill="hold">
                                          <p:stCondLst>
                                            <p:cond delay="0"/>
                                          </p:stCondLst>
                                        </p:cTn>
                                        <p:tgtEl>
                                          <p:spTgt spid="3">
                                            <p:txEl>
                                              <p:pRg st="11" end="11"/>
                                            </p:txEl>
                                          </p:spTgt>
                                        </p:tgtEl>
                                        <p:attrNameLst>
                                          <p:attrName>style.visibility</p:attrName>
                                        </p:attrNameLst>
                                      </p:cBhvr>
                                      <p:to>
                                        <p:strVal val="visible"/>
                                      </p:to>
                                    </p:set>
                                    <p:anim calcmode="lin" valueType="num">
                                      <p:cBhvr additive="base">
                                        <p:cTn id="57" dur="500" fill="hold"/>
                                        <p:tgtEl>
                                          <p:spTgt spid="3">
                                            <p:txEl>
                                              <p:pRg st="11" end="11"/>
                                            </p:txEl>
                                          </p:spTgt>
                                        </p:tgtEl>
                                        <p:attrNameLst>
                                          <p:attrName>ppt_x</p:attrName>
                                        </p:attrNameLst>
                                      </p:cBhvr>
                                      <p:tavLst>
                                        <p:tav tm="0">
                                          <p:val>
                                            <p:strVal val="#ppt_x"/>
                                          </p:val>
                                        </p:tav>
                                        <p:tav tm="100000">
                                          <p:val>
                                            <p:strVal val="#ppt_x"/>
                                          </p:val>
                                        </p:tav>
                                      </p:tavLst>
                                    </p:anim>
                                    <p:anim calcmode="lin" valueType="num">
                                      <p:cBhvr additive="base">
                                        <p:cTn id="58" dur="500" fill="hold"/>
                                        <p:tgtEl>
                                          <p:spTgt spid="3">
                                            <p:txEl>
                                              <p:pRg st="11" end="11"/>
                                            </p:txEl>
                                          </p:spTgt>
                                        </p:tgtEl>
                                        <p:attrNameLst>
                                          <p:attrName>ppt_y</p:attrName>
                                        </p:attrNameLst>
                                      </p:cBhvr>
                                      <p:tavLst>
                                        <p:tav tm="0">
                                          <p:val>
                                            <p:strVal val="1+#ppt_h/2"/>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9"/>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8"/>
                                        </p:tgtEl>
                                        <p:attrNameLst>
                                          <p:attrName>style.visibility</p:attrName>
                                        </p:attrNameLst>
                                      </p:cBhvr>
                                      <p:to>
                                        <p:strVal val="visible"/>
                                      </p:to>
                                    </p:set>
                                  </p:childTnLst>
                                </p:cTn>
                              </p:par>
                            </p:childTnLst>
                          </p:cTn>
                        </p:par>
                      </p:childTnLst>
                    </p:cTn>
                  </p:par>
                  <p:par>
                    <p:cTn id="65" fill="hold">
                      <p:stCondLst>
                        <p:cond delay="indefinite"/>
                      </p:stCondLst>
                      <p:childTnLst>
                        <p:par>
                          <p:cTn id="66" fill="hold">
                            <p:stCondLst>
                              <p:cond delay="0"/>
                            </p:stCondLst>
                            <p:childTnLst>
                              <p:par>
                                <p:cTn id="67" presetID="1" presetClass="entr" presetSubtype="0" fill="hold" nodeType="clickEffect">
                                  <p:stCondLst>
                                    <p:cond delay="0"/>
                                  </p:stCondLst>
                                  <p:childTnLst>
                                    <p:set>
                                      <p:cBhvr>
                                        <p:cTn id="68" dur="1" fill="hold">
                                          <p:stCondLst>
                                            <p:cond delay="0"/>
                                          </p:stCondLst>
                                        </p:cTn>
                                        <p:tgtEl>
                                          <p:spTgt spid="7"/>
                                        </p:tgtEl>
                                        <p:attrNameLst>
                                          <p:attrName>style.visibility</p:attrName>
                                        </p:attrNameLst>
                                      </p:cBhvr>
                                      <p:to>
                                        <p:strVal val="visible"/>
                                      </p:to>
                                    </p:set>
                                  </p:childTnLst>
                                </p:cTn>
                              </p:par>
                              <p:par>
                                <p:cTn id="69" presetID="1" presetClass="entr" presetSubtype="0" fill="hold" nodeType="withEffect">
                                  <p:stCondLst>
                                    <p:cond delay="0"/>
                                  </p:stCondLst>
                                  <p:childTnLst>
                                    <p:set>
                                      <p:cBhvr>
                                        <p:cTn id="70" dur="1" fill="hold">
                                          <p:stCondLst>
                                            <p:cond delay="0"/>
                                          </p:stCondLst>
                                        </p:cTn>
                                        <p:tgtEl>
                                          <p:spTgt spid="4"/>
                                        </p:tgtEl>
                                        <p:attrNameLst>
                                          <p:attrName>style.visibility</p:attrName>
                                        </p:attrNameLst>
                                      </p:cBhvr>
                                      <p:to>
                                        <p:strVal val="visible"/>
                                      </p:to>
                                    </p:set>
                                  </p:childTnLst>
                                </p:cTn>
                              </p:par>
                              <p:par>
                                <p:cTn id="71" presetID="1" presetClass="exit" presetSubtype="0" fill="hold" nodeType="withEffect">
                                  <p:stCondLst>
                                    <p:cond delay="0"/>
                                  </p:stCondLst>
                                  <p:childTnLst>
                                    <p:set>
                                      <p:cBhvr>
                                        <p:cTn id="72" dur="1" fill="hold">
                                          <p:stCondLst>
                                            <p:cond delay="0"/>
                                          </p:stCondLst>
                                        </p:cTn>
                                        <p:tgtEl>
                                          <p:spTgt spid="9"/>
                                        </p:tgtEl>
                                        <p:attrNameLst>
                                          <p:attrName>style.visibility</p:attrName>
                                        </p:attrNameLst>
                                      </p:cBhvr>
                                      <p:to>
                                        <p:strVal val="hidden"/>
                                      </p:to>
                                    </p:set>
                                  </p:childTnLst>
                                </p:cTn>
                              </p:par>
                              <p:par>
                                <p:cTn id="73" presetID="10" presetClass="entr" presetSubtype="0" fill="hold" nodeType="withEffect">
                                  <p:stCondLst>
                                    <p:cond delay="0"/>
                                  </p:stCondLst>
                                  <p:childTnLst>
                                    <p:set>
                                      <p:cBhvr>
                                        <p:cTn id="74" dur="1" fill="hold">
                                          <p:stCondLst>
                                            <p:cond delay="0"/>
                                          </p:stCondLst>
                                        </p:cTn>
                                        <p:tgtEl>
                                          <p:spTgt spid="8"/>
                                        </p:tgtEl>
                                        <p:attrNameLst>
                                          <p:attrName>style.visibility</p:attrName>
                                        </p:attrNameLst>
                                      </p:cBhvr>
                                      <p:to>
                                        <p:strVal val="visible"/>
                                      </p:to>
                                    </p:set>
                                    <p:animEffect transition="in" filter="fade">
                                      <p:cBhvr>
                                        <p:cTn id="75"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985CBC-A8D3-D568-87AE-62116BA26CA4}"/>
              </a:ext>
            </a:extLst>
          </p:cNvPr>
          <p:cNvSpPr>
            <a:spLocks noGrp="1"/>
          </p:cNvSpPr>
          <p:nvPr>
            <p:ph type="title"/>
          </p:nvPr>
        </p:nvSpPr>
        <p:spPr/>
        <p:txBody>
          <a:bodyPr/>
          <a:lstStyle/>
          <a:p>
            <a:r>
              <a:rPr lang="en-US" dirty="0"/>
              <a:t>Core</a:t>
            </a:r>
            <a:r>
              <a:rPr lang="en-US"/>
              <a:t>: Community</a:t>
            </a:r>
          </a:p>
        </p:txBody>
      </p:sp>
      <p:sp>
        <p:nvSpPr>
          <p:cNvPr id="3" name="Content Placeholder 2">
            <a:extLst>
              <a:ext uri="{FF2B5EF4-FFF2-40B4-BE49-F238E27FC236}">
                <a16:creationId xmlns:a16="http://schemas.microsoft.com/office/drawing/2014/main" id="{DE574F07-D8D0-C8B1-0C37-1C3C8D8A70F7}"/>
              </a:ext>
            </a:extLst>
          </p:cNvPr>
          <p:cNvSpPr>
            <a:spLocks noGrp="1"/>
          </p:cNvSpPr>
          <p:nvPr>
            <p:ph idx="1"/>
          </p:nvPr>
        </p:nvSpPr>
        <p:spPr/>
        <p:txBody>
          <a:bodyPr vert="horz" lIns="91440" tIns="45720" rIns="91440" bIns="45720" rtlCol="0" anchor="t">
            <a:normAutofit/>
          </a:bodyPr>
          <a:lstStyle/>
          <a:p>
            <a:r>
              <a:rPr lang="en-US" dirty="0"/>
              <a:t>In community, we learned about, well, our community.</a:t>
            </a:r>
          </a:p>
          <a:p>
            <a:r>
              <a:rPr lang="en-US" dirty="0"/>
              <a:t>While not inherently a skill: </a:t>
            </a:r>
          </a:p>
          <a:p>
            <a:pPr lvl="1"/>
            <a:r>
              <a:rPr lang="en-US" dirty="0"/>
              <a:t>I learned more about the greater Houston area</a:t>
            </a:r>
          </a:p>
          <a:p>
            <a:pPr lvl="1"/>
            <a:r>
              <a:rPr lang="en-US" dirty="0"/>
              <a:t>I made a nice slideshow about Charlie Serbia called “who am you”</a:t>
            </a:r>
          </a:p>
          <a:p>
            <a:r>
              <a:rPr lang="en-US"/>
              <a:t>We also worked on a pamphlet about our area. One of the parts I did was about cypress (not the tree)</a:t>
            </a:r>
            <a:endParaRPr lang="en-US" dirty="0"/>
          </a:p>
          <a:p>
            <a:pPr lvl="1"/>
            <a:r>
              <a:rPr lang="en-US" dirty="0"/>
              <a:t>I </a:t>
            </a:r>
            <a:r>
              <a:rPr lang="en-US" dirty="0" err="1"/>
              <a:t>didin't</a:t>
            </a:r>
            <a:r>
              <a:rPr lang="en-US" dirty="0"/>
              <a:t> finish it, but I started on one about the ship </a:t>
            </a:r>
            <a:r>
              <a:rPr lang="en-US" dirty="0" err="1"/>
              <a:t>channell</a:t>
            </a:r>
            <a:r>
              <a:rPr lang="en-US" dirty="0"/>
              <a:t>, which just flowed on in!</a:t>
            </a:r>
          </a:p>
          <a:p>
            <a:r>
              <a:rPr lang="en-US" dirty="0"/>
              <a:t>As for how I’d use it, well, it just helps to know what’s around you so you can actually do things. Basically, less “use it” and more “add more things to use skills on”</a:t>
            </a:r>
          </a:p>
        </p:txBody>
      </p:sp>
      <p:pic>
        <p:nvPicPr>
          <p:cNvPr id="4" name="Picture 3" descr="A screenshot of a computer&#10;&#10;AI-generated content may be incorrect.">
            <a:extLst>
              <a:ext uri="{FF2B5EF4-FFF2-40B4-BE49-F238E27FC236}">
                <a16:creationId xmlns:a16="http://schemas.microsoft.com/office/drawing/2014/main" id="{239A0962-7E72-4B34-0F53-82426DD95215}"/>
              </a:ext>
            </a:extLst>
          </p:cNvPr>
          <p:cNvPicPr>
            <a:picLocks noChangeAspect="1"/>
          </p:cNvPicPr>
          <p:nvPr/>
        </p:nvPicPr>
        <p:blipFill>
          <a:blip r:embed="rId3"/>
          <a:stretch>
            <a:fillRect/>
          </a:stretch>
        </p:blipFill>
        <p:spPr>
          <a:xfrm>
            <a:off x="8941027" y="1716542"/>
            <a:ext cx="2452461" cy="1617889"/>
          </a:xfrm>
          <a:prstGeom prst="rect">
            <a:avLst/>
          </a:prstGeom>
        </p:spPr>
      </p:pic>
      <p:pic>
        <p:nvPicPr>
          <p:cNvPr id="5" name="Picture 4" descr="A purple background with white text&#10;&#10;AI-generated content may be incorrect.">
            <a:extLst>
              <a:ext uri="{FF2B5EF4-FFF2-40B4-BE49-F238E27FC236}">
                <a16:creationId xmlns:a16="http://schemas.microsoft.com/office/drawing/2014/main" id="{7387F6A9-EF4E-32F1-1457-20419E787273}"/>
              </a:ext>
            </a:extLst>
          </p:cNvPr>
          <p:cNvPicPr>
            <a:picLocks noChangeAspect="1"/>
          </p:cNvPicPr>
          <p:nvPr/>
        </p:nvPicPr>
        <p:blipFill>
          <a:blip r:embed="rId4"/>
          <a:stretch>
            <a:fillRect/>
          </a:stretch>
        </p:blipFill>
        <p:spPr>
          <a:xfrm>
            <a:off x="4421414" y="179614"/>
            <a:ext cx="3770086" cy="910772"/>
          </a:xfrm>
          <a:prstGeom prst="rect">
            <a:avLst/>
          </a:prstGeom>
        </p:spPr>
      </p:pic>
      <p:pic>
        <p:nvPicPr>
          <p:cNvPr id="7" name="Picture 6" descr="A screenshot of a cell phone&#10;&#10;AI-generated content may be incorrect.">
            <a:extLst>
              <a:ext uri="{FF2B5EF4-FFF2-40B4-BE49-F238E27FC236}">
                <a16:creationId xmlns:a16="http://schemas.microsoft.com/office/drawing/2014/main" id="{C8BE3EA2-3B10-6F4F-35B6-0F2EF51D5485}"/>
              </a:ext>
            </a:extLst>
          </p:cNvPr>
          <p:cNvPicPr>
            <a:picLocks noChangeAspect="1"/>
          </p:cNvPicPr>
          <p:nvPr/>
        </p:nvPicPr>
        <p:blipFill>
          <a:blip r:embed="rId5"/>
          <a:stretch>
            <a:fillRect/>
          </a:stretch>
        </p:blipFill>
        <p:spPr>
          <a:xfrm>
            <a:off x="1587" y="176893"/>
            <a:ext cx="4242255" cy="1808843"/>
          </a:xfrm>
          <a:prstGeom prst="rect">
            <a:avLst/>
          </a:prstGeom>
        </p:spPr>
      </p:pic>
    </p:spTree>
    <p:extLst>
      <p:ext uri="{BB962C8B-B14F-4D97-AF65-F5344CB8AC3E}">
        <p14:creationId xmlns:p14="http://schemas.microsoft.com/office/powerpoint/2010/main" val="53524014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A87E3D-DE56-CF2C-7E3E-A12305FBC087}"/>
              </a:ext>
            </a:extLst>
          </p:cNvPr>
          <p:cNvSpPr>
            <a:spLocks noGrp="1"/>
          </p:cNvSpPr>
          <p:nvPr>
            <p:ph type="title"/>
          </p:nvPr>
        </p:nvSpPr>
        <p:spPr/>
        <p:txBody>
          <a:bodyPr/>
          <a:lstStyle/>
          <a:p>
            <a:r>
              <a:rPr lang="en-US" dirty="0"/>
              <a:t>Club: star-trek club</a:t>
            </a:r>
          </a:p>
        </p:txBody>
      </p:sp>
      <p:sp>
        <p:nvSpPr>
          <p:cNvPr id="3" name="Content Placeholder 2">
            <a:extLst>
              <a:ext uri="{FF2B5EF4-FFF2-40B4-BE49-F238E27FC236}">
                <a16:creationId xmlns:a16="http://schemas.microsoft.com/office/drawing/2014/main" id="{08DBE7FE-2E19-A9FF-90F3-B8B62D9B4FCB}"/>
              </a:ext>
            </a:extLst>
          </p:cNvPr>
          <p:cNvSpPr>
            <a:spLocks noGrp="1"/>
          </p:cNvSpPr>
          <p:nvPr>
            <p:ph idx="1"/>
          </p:nvPr>
        </p:nvSpPr>
        <p:spPr/>
        <p:txBody>
          <a:bodyPr/>
          <a:lstStyle/>
          <a:p>
            <a:pPr marL="0" indent="0">
              <a:buNone/>
            </a:pPr>
            <a:r>
              <a:rPr lang="en-US" dirty="0"/>
              <a:t>Well, while there where many good </a:t>
            </a:r>
            <a:r>
              <a:rPr lang="en-US" dirty="0" err="1"/>
              <a:t>memorys</a:t>
            </a:r>
            <a:r>
              <a:rPr lang="en-US" dirty="0"/>
              <a:t>, I think one of my favorites had to have been some of the discussions we had about Data, specifically the fact that he does have emotions, contrary to his own </a:t>
            </a:r>
            <a:r>
              <a:rPr lang="en-US"/>
              <a:t>statments</a:t>
            </a:r>
            <a:endParaRPr lang="en-US" dirty="0"/>
          </a:p>
        </p:txBody>
      </p:sp>
    </p:spTree>
    <p:extLst>
      <p:ext uri="{BB962C8B-B14F-4D97-AF65-F5344CB8AC3E}">
        <p14:creationId xmlns:p14="http://schemas.microsoft.com/office/powerpoint/2010/main" val="182990607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D3B13D-4EA4-72D0-C584-F7E4962CE06F}"/>
              </a:ext>
            </a:extLst>
          </p:cNvPr>
          <p:cNvSpPr>
            <a:spLocks noGrp="1"/>
          </p:cNvSpPr>
          <p:nvPr>
            <p:ph type="title"/>
          </p:nvPr>
        </p:nvSpPr>
        <p:spPr/>
        <p:txBody>
          <a:bodyPr/>
          <a:lstStyle/>
          <a:p>
            <a:r>
              <a:rPr lang="en-US"/>
              <a:t>Favorite memory</a:t>
            </a:r>
          </a:p>
        </p:txBody>
      </p:sp>
      <p:sp>
        <p:nvSpPr>
          <p:cNvPr id="3" name="Content Placeholder 2">
            <a:extLst>
              <a:ext uri="{FF2B5EF4-FFF2-40B4-BE49-F238E27FC236}">
                <a16:creationId xmlns:a16="http://schemas.microsoft.com/office/drawing/2014/main" id="{BD770F2A-2830-597A-D03F-334F7AD6AE4C}"/>
              </a:ext>
            </a:extLst>
          </p:cNvPr>
          <p:cNvSpPr>
            <a:spLocks noGrp="1"/>
          </p:cNvSpPr>
          <p:nvPr>
            <p:ph idx="1"/>
          </p:nvPr>
        </p:nvSpPr>
        <p:spPr/>
        <p:txBody>
          <a:bodyPr vert="horz" lIns="91440" tIns="45720" rIns="91440" bIns="45720" rtlCol="0" anchor="t">
            <a:normAutofit/>
          </a:bodyPr>
          <a:lstStyle/>
          <a:p>
            <a:r>
              <a:rPr lang="en-US"/>
              <a:t>Well, this term wasn't that memorable, honestly. So, I'm going more with what I did that I'm most proud of.</a:t>
            </a:r>
          </a:p>
          <a:p>
            <a:pPr marL="0" indent="0">
              <a:buNone/>
            </a:pPr>
            <a:endParaRPr lang="en-US" dirty="0"/>
          </a:p>
          <a:p>
            <a:pPr marL="0" indent="0">
              <a:buNone/>
            </a:pPr>
            <a:r>
              <a:rPr lang="en-US" dirty="0"/>
              <a:t>That is my "dynamic file path" system. There's no easy way  show an image of </a:t>
            </a:r>
            <a:r>
              <a:rPr lang="en-US"/>
              <a:t>it, but long story short basically it allows </a:t>
            </a:r>
            <a:r>
              <a:rPr lang="en-US" dirty="0"/>
              <a:t>saving a file within the inside of a programs folder structure.</a:t>
            </a:r>
          </a:p>
          <a:p>
            <a:pPr marL="0" indent="0">
              <a:buNone/>
            </a:pPr>
            <a:r>
              <a:rPr lang="en-US"/>
              <a:t> </a:t>
            </a:r>
            <a:endParaRPr lang="en-US" dirty="0"/>
          </a:p>
        </p:txBody>
      </p:sp>
    </p:spTree>
    <p:extLst>
      <p:ext uri="{BB962C8B-B14F-4D97-AF65-F5344CB8AC3E}">
        <p14:creationId xmlns:p14="http://schemas.microsoft.com/office/powerpoint/2010/main" val="3945415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5" name="Ink 4">
                <a:extLst>
                  <a:ext uri="{FF2B5EF4-FFF2-40B4-BE49-F238E27FC236}">
                    <a16:creationId xmlns:a16="http://schemas.microsoft.com/office/drawing/2014/main" id="{757EC4C2-30F1-69FF-4C46-86AF837196B1}"/>
                  </a:ext>
                </a:extLst>
              </p14:cNvPr>
              <p14:cNvContentPartPr/>
              <p14:nvPr/>
            </p14:nvContentPartPr>
            <p14:xfrm>
              <a:off x="1814285" y="1442357"/>
              <a:ext cx="1370258" cy="58012"/>
            </p14:xfrm>
          </p:contentPart>
        </mc:Choice>
        <mc:Fallback xmlns="">
          <p:pic>
            <p:nvPicPr>
              <p:cNvPr id="5" name="Ink 4">
                <a:extLst>
                  <a:ext uri="{FF2B5EF4-FFF2-40B4-BE49-F238E27FC236}">
                    <a16:creationId xmlns:a16="http://schemas.microsoft.com/office/drawing/2014/main" id="{757EC4C2-30F1-69FF-4C46-86AF837196B1}"/>
                  </a:ext>
                </a:extLst>
              </p:cNvPr>
              <p:cNvPicPr/>
              <p:nvPr/>
            </p:nvPicPr>
            <p:blipFill>
              <a:blip r:embed="rId3"/>
              <a:stretch>
                <a:fillRect/>
              </a:stretch>
            </p:blipFill>
            <p:spPr>
              <a:xfrm>
                <a:off x="1796293" y="1424452"/>
                <a:ext cx="1405882" cy="93464"/>
              </a:xfrm>
              <a:prstGeom prst="rect">
                <a:avLst/>
              </a:prstGeom>
            </p:spPr>
          </p:pic>
        </mc:Fallback>
      </mc:AlternateContent>
      <p:sp>
        <p:nvSpPr>
          <p:cNvPr id="11" name="TextBox 10">
            <a:extLst>
              <a:ext uri="{FF2B5EF4-FFF2-40B4-BE49-F238E27FC236}">
                <a16:creationId xmlns:a16="http://schemas.microsoft.com/office/drawing/2014/main" id="{B9F7FF27-934F-61E9-623E-28E67F7A95BB}"/>
              </a:ext>
            </a:extLst>
          </p:cNvPr>
          <p:cNvSpPr txBox="1"/>
          <p:nvPr/>
        </p:nvSpPr>
        <p:spPr>
          <a:xfrm>
            <a:off x="763814" y="582385"/>
            <a:ext cx="10392937"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800" b="1"/>
              <a:t>And now, what you have all been waiting impatiently for:</a:t>
            </a:r>
          </a:p>
        </p:txBody>
      </p:sp>
      <p:sp>
        <p:nvSpPr>
          <p:cNvPr id="2" name="TextBox 1">
            <a:extLst>
              <a:ext uri="{FF2B5EF4-FFF2-40B4-BE49-F238E27FC236}">
                <a16:creationId xmlns:a16="http://schemas.microsoft.com/office/drawing/2014/main" id="{CEB79FAF-285C-B18F-6774-DF3457199FCE}"/>
              </a:ext>
            </a:extLst>
          </p:cNvPr>
          <p:cNvSpPr txBox="1"/>
          <p:nvPr/>
        </p:nvSpPr>
        <p:spPr>
          <a:xfrm>
            <a:off x="772583" y="1566333"/>
            <a:ext cx="6021916"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The End</a:t>
            </a:r>
          </a:p>
        </p:txBody>
      </p:sp>
      <p:sp>
        <p:nvSpPr>
          <p:cNvPr id="3" name="TextBox 2">
            <a:extLst>
              <a:ext uri="{FF2B5EF4-FFF2-40B4-BE49-F238E27FC236}">
                <a16:creationId xmlns:a16="http://schemas.microsoft.com/office/drawing/2014/main" id="{C97490C5-02DB-8C68-FD24-F2396E20873C}"/>
              </a:ext>
            </a:extLst>
          </p:cNvPr>
          <p:cNvSpPr txBox="1"/>
          <p:nvPr/>
        </p:nvSpPr>
        <p:spPr>
          <a:xfrm>
            <a:off x="765325" y="2059817"/>
            <a:ext cx="2081288"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t>Fooled </a:t>
            </a:r>
            <a:r>
              <a:rPr lang="en-US" dirty="0" err="1"/>
              <a:t>ya</a:t>
            </a:r>
            <a:r>
              <a:rPr lang="en-US" dirty="0"/>
              <a:t>!</a:t>
            </a:r>
          </a:p>
        </p:txBody>
      </p:sp>
      <p:sp>
        <p:nvSpPr>
          <p:cNvPr id="8" name="TextBox 7">
            <a:extLst>
              <a:ext uri="{FF2B5EF4-FFF2-40B4-BE49-F238E27FC236}">
                <a16:creationId xmlns:a16="http://schemas.microsoft.com/office/drawing/2014/main" id="{1DC97F59-AFB0-CCFF-08D4-BE0394F1A3E9}"/>
              </a:ext>
            </a:extLst>
          </p:cNvPr>
          <p:cNvSpPr txBox="1"/>
          <p:nvPr/>
        </p:nvSpPr>
        <p:spPr>
          <a:xfrm>
            <a:off x="761396" y="2428119"/>
            <a:ext cx="3565373"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Thanks for watching!</a:t>
            </a:r>
          </a:p>
        </p:txBody>
      </p:sp>
      <p:sp>
        <p:nvSpPr>
          <p:cNvPr id="9" name="TextBox 8">
            <a:extLst>
              <a:ext uri="{FF2B5EF4-FFF2-40B4-BE49-F238E27FC236}">
                <a16:creationId xmlns:a16="http://schemas.microsoft.com/office/drawing/2014/main" id="{0B89CE64-C45D-434C-8FE2-7373EB98BE66}"/>
              </a:ext>
            </a:extLst>
          </p:cNvPr>
          <p:cNvSpPr txBox="1"/>
          <p:nvPr/>
        </p:nvSpPr>
        <p:spPr>
          <a:xfrm>
            <a:off x="774700" y="3035904"/>
            <a:ext cx="4022271"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t>Now, for </a:t>
            </a:r>
            <a:r>
              <a:rPr lang="en-US" dirty="0" err="1"/>
              <a:t>reall</a:t>
            </a:r>
            <a:r>
              <a:rPr lang="en-US" dirty="0"/>
              <a:t> this time:</a:t>
            </a:r>
            <a:br>
              <a:rPr lang="en-US" dirty="0"/>
            </a:br>
            <a:r>
              <a:rPr lang="en-US" dirty="0"/>
              <a:t>The end!</a:t>
            </a:r>
          </a:p>
        </p:txBody>
      </p:sp>
      <p:sp>
        <p:nvSpPr>
          <p:cNvPr id="10" name="TextBox 9">
            <a:extLst>
              <a:ext uri="{FF2B5EF4-FFF2-40B4-BE49-F238E27FC236}">
                <a16:creationId xmlns:a16="http://schemas.microsoft.com/office/drawing/2014/main" id="{6E0B117B-22F6-84D8-A97C-EA05E52160D0}"/>
              </a:ext>
            </a:extLst>
          </p:cNvPr>
          <p:cNvSpPr txBox="1"/>
          <p:nvPr/>
        </p:nvSpPr>
        <p:spPr>
          <a:xfrm>
            <a:off x="1745039" y="1566331"/>
            <a:ext cx="390374"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a:t>
            </a:r>
          </a:p>
        </p:txBody>
      </p:sp>
    </p:spTree>
    <p:extLst>
      <p:ext uri="{BB962C8B-B14F-4D97-AF65-F5344CB8AC3E}">
        <p14:creationId xmlns:p14="http://schemas.microsoft.com/office/powerpoint/2010/main" val="411591964"/>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fractur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25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10" grpId="0"/>
    </p:bldLst>
  </p:timing>
</p:sld>
</file>

<file path=ppt/theme/theme1.xml><?xml version="1.0" encoding="utf-8"?>
<a:theme xmlns:a="http://schemas.openxmlformats.org/drawingml/2006/main" name="Vapor Trail">
  <a:themeElements>
    <a:clrScheme name="Vapor Trail">
      <a:dk1>
        <a:sysClr val="windowText" lastClr="000000"/>
      </a:dk1>
      <a:lt1>
        <a:sysClr val="window" lastClr="FFFFFF"/>
      </a:lt1>
      <a:dk2>
        <a:srgbClr val="454545"/>
      </a:dk2>
      <a:lt2>
        <a:srgbClr val="DADADA"/>
      </a:lt2>
      <a:accent1>
        <a:srgbClr val="DF2E28"/>
      </a:accent1>
      <a:accent2>
        <a:srgbClr val="FE801A"/>
      </a:accent2>
      <a:accent3>
        <a:srgbClr val="E9BF35"/>
      </a:accent3>
      <a:accent4>
        <a:srgbClr val="81BB42"/>
      </a:accent4>
      <a:accent5>
        <a:srgbClr val="32C7A9"/>
      </a:accent5>
      <a:accent6>
        <a:srgbClr val="4A9BDC"/>
      </a:accent6>
      <a:hlink>
        <a:srgbClr val="F0532B"/>
      </a:hlink>
      <a:folHlink>
        <a:srgbClr val="F38B53"/>
      </a:folHlink>
    </a:clrScheme>
    <a:fontScheme name="Vapor Trail">
      <a:majorFont>
        <a:latin typeface="Century Gothic" panose="020B050202020202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B0502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Vapor Trail">
      <a:fillStyleLst>
        <a:solidFill>
          <a:schemeClr val="phClr"/>
        </a:solidFill>
        <a:gradFill rotWithShape="1">
          <a:gsLst>
            <a:gs pos="0">
              <a:schemeClr val="phClr">
                <a:tint val="69000"/>
                <a:alpha val="100000"/>
                <a:satMod val="109000"/>
                <a:lumMod val="110000"/>
              </a:schemeClr>
            </a:gs>
            <a:gs pos="52000">
              <a:schemeClr val="phClr">
                <a:tint val="74000"/>
                <a:satMod val="100000"/>
                <a:lumMod val="104000"/>
              </a:schemeClr>
            </a:gs>
            <a:gs pos="100000">
              <a:schemeClr val="phClr">
                <a:tint val="78000"/>
                <a:satMod val="100000"/>
                <a:lumMod val="100000"/>
              </a:schemeClr>
            </a:gs>
          </a:gsLst>
          <a:lin ang="5400000" scaled="0"/>
        </a:gradFill>
        <a:gradFill rotWithShape="1">
          <a:gsLst>
            <a:gs pos="0">
              <a:schemeClr val="phClr">
                <a:tint val="96000"/>
                <a:satMod val="100000"/>
                <a:lumMod val="104000"/>
              </a:schemeClr>
            </a:gs>
            <a:gs pos="78000">
              <a:schemeClr val="phClr">
                <a:shade val="100000"/>
                <a:satMod val="110000"/>
                <a:lumMod val="100000"/>
              </a:schemeClr>
            </a:gs>
          </a:gsLst>
          <a:lin ang="5400000" scaled="0"/>
        </a:gradFill>
      </a:fillStyleLst>
      <a:lnStyleLst>
        <a:ln w="9525"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scene3d>
            <a:camera prst="orthographicFront">
              <a:rot lat="0" lon="0" rev="0"/>
            </a:camera>
            <a:lightRig rig="threePt" dir="t"/>
          </a:scene3d>
          <a:sp3d>
            <a:bevelT w="25400" h="12700"/>
          </a:sp3d>
        </a:effectStyle>
        <a:effectStyle>
          <a:effectLst>
            <a:outerShdw blurRad="57150" dist="19050" dir="5400000" algn="ctr" rotWithShape="0">
              <a:srgbClr val="000000">
                <a:alpha val="48000"/>
              </a:srgbClr>
            </a:outerShdw>
          </a:effectLst>
          <a:scene3d>
            <a:camera prst="orthographicFront">
              <a:rot lat="0" lon="0" rev="0"/>
            </a:camera>
            <a:lightRig rig="threePt" dir="t"/>
          </a:scene3d>
          <a:sp3d>
            <a:bevelT w="50800" h="25400"/>
          </a:sp3d>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apor Trail" id="{4FDF2955-7D9C-493C-B9F9-C205151B46CD}" vid="{8F31A783-2159-4870-BC29-2BA7D038EA4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Vapor Trail</Template>
  <TotalTime>445</TotalTime>
  <Words>268</Words>
  <Application>Microsoft Office PowerPoint</Application>
  <PresentationFormat>Widescreen</PresentationFormat>
  <Paragraphs>34</Paragraphs>
  <Slides>6</Slides>
  <Notes>3</Notes>
  <HiddenSlides>0</HiddenSlides>
  <MMClips>0</MMClips>
  <ScaleCrop>false</ScaleCrop>
  <HeadingPairs>
    <vt:vector size="4" baseType="variant">
      <vt:variant>
        <vt:lpstr>Theme</vt:lpstr>
      </vt:variant>
      <vt:variant>
        <vt:i4>1</vt:i4>
      </vt:variant>
      <vt:variant>
        <vt:lpstr>Slide Titles</vt:lpstr>
      </vt:variant>
      <vt:variant>
        <vt:i4>6</vt:i4>
      </vt:variant>
    </vt:vector>
  </HeadingPairs>
  <TitlesOfParts>
    <vt:vector size="7" baseType="lpstr">
      <vt:lpstr>Vapor Trail</vt:lpstr>
      <vt:lpstr>Charlie’s Spring Term Presentation</vt:lpstr>
      <vt:lpstr>Tech: Advanced app-dev</vt:lpstr>
      <vt:lpstr>Core: Community</vt:lpstr>
      <vt:lpstr>Club: star-trek club</vt:lpstr>
      <vt:lpstr>Favorite memory</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Charlie Hatch</dc:creator>
  <cp:lastModifiedBy>Charlie Hatch</cp:lastModifiedBy>
  <cp:revision>169</cp:revision>
  <dcterms:created xsi:type="dcterms:W3CDTF">2026-06-10T15:46:05Z</dcterms:created>
  <dcterms:modified xsi:type="dcterms:W3CDTF">2026-06-23T17:11:24Z</dcterms:modified>
</cp:coreProperties>
</file>