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60" r:id="rId2"/>
    <p:sldId id="261" r:id="rId3"/>
    <p:sldId id="262" r:id="rId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91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5T16:24:39.144"/>
    </inkml:context>
    <inkml:brush xml:id="br0">
      <inkml:brushProperty name="width" value="0.035" units="cm"/>
      <inkml:brushProperty name="height" value="0.035" units="cm"/>
    </inkml:brush>
  </inkml:definitions>
  <inkml:trace contextRef="#ctx0" brushRef="#br0">0 0 24575,'0'0'-8191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AFE299-D31D-47C2-B46C-C3B1749D6A86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BF2809-F272-465C-B573-2DAF6CD206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104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After third debugging, say the “those are my 3” joke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785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“who am you”, explain the whole “the questions where </a:t>
            </a:r>
            <a:r>
              <a:rPr lang="en-US"/>
              <a:t>in first </a:t>
            </a:r>
            <a:r>
              <a:rPr lang="en-US" dirty="0"/>
              <a:t>person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BF2809-F272-465C-B573-2DAF6CD206A2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74391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64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35461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63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984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326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964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3286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3413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376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702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2669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11734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53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951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62124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6484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0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6966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0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01F3D3-B64E-45E5-A774-FFEE7077F3D9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21221-C6A6-4006-A191-9AD02083563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159640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71FAF-C6B0-38AC-9F95-1D6B0F02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67BC7-8656-F7ED-1039-66F678C88F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771649"/>
            <a:ext cx="9144000" cy="1738313"/>
          </a:xfrm>
        </p:spPr>
        <p:txBody>
          <a:bodyPr>
            <a:normAutofit fontScale="90000"/>
          </a:bodyPr>
          <a:lstStyle/>
          <a:p>
            <a:r>
              <a:rPr lang="en-US" dirty="0"/>
              <a:t>Charlie’s</a:t>
            </a:r>
            <a:br>
              <a:rPr lang="en-US" dirty="0"/>
            </a:br>
            <a:r>
              <a:rPr lang="en-US" dirty="0"/>
              <a:t>Spring Term Presentation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3A43815D-8181-84B3-7647-DDD66602B421}"/>
              </a:ext>
            </a:extLst>
          </p:cNvPr>
          <p:cNvSpPr txBox="1">
            <a:spLocks/>
          </p:cNvSpPr>
          <p:nvPr/>
        </p:nvSpPr>
        <p:spPr>
          <a:xfrm>
            <a:off x="5076728" y="4032504"/>
            <a:ext cx="116738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Charlie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4AA1E5B6-F66B-5C77-EE50-BF9E9417468A}"/>
              </a:ext>
            </a:extLst>
          </p:cNvPr>
          <p:cNvSpPr txBox="1">
            <a:spLocks/>
          </p:cNvSpPr>
          <p:nvPr/>
        </p:nvSpPr>
        <p:spPr>
          <a:xfrm>
            <a:off x="6075904" y="4032504"/>
            <a:ext cx="1021080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Hatch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80C038D9-E5C4-4AAC-F408-A2AC791A02D6}"/>
              </a:ext>
            </a:extLst>
          </p:cNvPr>
          <p:cNvSpPr txBox="1">
            <a:spLocks/>
          </p:cNvSpPr>
          <p:nvPr/>
        </p:nvSpPr>
        <p:spPr>
          <a:xfrm>
            <a:off x="5707948" y="3628503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B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D77FA4EE-35F5-0F5A-3208-8DFF3CE03759}"/>
              </a:ext>
            </a:extLst>
          </p:cNvPr>
          <p:cNvSpPr txBox="1">
            <a:spLocks/>
          </p:cNvSpPr>
          <p:nvPr/>
        </p:nvSpPr>
        <p:spPr>
          <a:xfrm>
            <a:off x="5897312" y="3602038"/>
            <a:ext cx="573024" cy="430466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800" b="1" dirty="0"/>
              <a:t>y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14:cNvPr>
              <p14:cNvContentPartPr/>
              <p14:nvPr/>
            </p14:nvContentPartPr>
            <p14:xfrm>
              <a:off x="1133175" y="3095550"/>
              <a:ext cx="360" cy="3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B871843D-0883-EB06-DA3D-9EBA602F3080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127055" y="3089430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Conector recto 10">
            <a:extLst>
              <a:ext uri="{FF2B5EF4-FFF2-40B4-BE49-F238E27FC236}">
                <a16:creationId xmlns:a16="http://schemas.microsoft.com/office/drawing/2014/main" id="{AD1FF79A-F404-4C13-8BEE-2D19D60C99B5}"/>
              </a:ext>
            </a:extLst>
          </p:cNvPr>
          <p:cNvSpPr/>
          <p:nvPr/>
        </p:nvSpPr>
        <p:spPr>
          <a:xfrm rot="6812815">
            <a:off x="85360" y="5232600"/>
            <a:ext cx="1097280" cy="0"/>
          </a:xfrm>
          <a:prstGeom prst="line">
            <a:avLst/>
          </a:prstGeom>
          <a:solidFill>
            <a:srgbClr val="000000">
              <a:alpha val="5000"/>
            </a:srgbClr>
          </a:solidFill>
          <a:ln w="12600"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wrap="none" rtlCol="0" anchor="ctr" anchorCtr="1"/>
          <a:lstStyle/>
          <a:p>
            <a:endParaRPr lang="en-US">
              <a:solidFill>
                <a:srgbClr val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73281182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7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101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251"/>
                            </p:stCondLst>
                            <p:childTnLst>
                              <p:par>
                                <p:cTn id="11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1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1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1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1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8" grpId="0"/>
      <p:bldP spid="10" grpId="0"/>
      <p:bldP spid="16" grpId="0"/>
      <p:bldP spid="17" grpId="0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E40B0-7AFB-B285-5066-7B441A27BF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Tech: Advanced app-dev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80C78-579B-6737-72DA-8EFC61A29C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We worked on two things in advanced </a:t>
            </a:r>
            <a:r>
              <a:rPr lang="en-US" dirty="0" err="1"/>
              <a:t>appdev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One of the projects we worked on was the Snack Shack</a:t>
            </a:r>
          </a:p>
          <a:p>
            <a:pPr lvl="2"/>
            <a:r>
              <a:rPr lang="en-US" dirty="0"/>
              <a:t>In actuality, the most major was, as discussed by Ryan, actually databases and SQL. But I figured you have heard about that from him</a:t>
            </a:r>
          </a:p>
          <a:p>
            <a:pPr lvl="1"/>
            <a:r>
              <a:rPr lang="en-US" dirty="0"/>
              <a:t>Tasks used:</a:t>
            </a:r>
          </a:p>
          <a:p>
            <a:pPr lvl="2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lvl="3"/>
            <a:r>
              <a:rPr lang="en-US" dirty="0"/>
              <a:t>Debugging</a:t>
            </a:r>
          </a:p>
          <a:p>
            <a:pPr marL="914400" lvl="2" indent="0">
              <a:buNone/>
            </a:pPr>
            <a:r>
              <a:rPr lang="en-US" dirty="0"/>
              <a:t>Okay, in all seriousness</a:t>
            </a:r>
          </a:p>
          <a:p>
            <a:pPr lvl="2"/>
            <a:r>
              <a:rPr lang="en-US" dirty="0"/>
              <a:t>Critical Thinking</a:t>
            </a:r>
          </a:p>
          <a:p>
            <a:pPr lvl="2"/>
            <a:r>
              <a:rPr lang="en-US" dirty="0"/>
              <a:t>Trial and Error</a:t>
            </a:r>
          </a:p>
          <a:p>
            <a:pPr lvl="2"/>
            <a:endParaRPr lang="en-US" dirty="0"/>
          </a:p>
          <a:p>
            <a:pPr marL="0" indent="0">
              <a:buNone/>
            </a:pPr>
            <a:r>
              <a:rPr lang="en-US" dirty="0"/>
              <a:t>As for what I gained, it’s mostly just more knowledge, in this case about SQL</a:t>
            </a:r>
          </a:p>
        </p:txBody>
      </p:sp>
    </p:spTree>
    <p:extLst>
      <p:ext uri="{BB962C8B-B14F-4D97-AF65-F5344CB8AC3E}">
        <p14:creationId xmlns:p14="http://schemas.microsoft.com/office/powerpoint/2010/main" val="17346909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985CBC-A8D3-D568-87AE-62116BA26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  <a:r>
              <a:rPr lang="en-US"/>
              <a:t>: Community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74F07-D8D0-C8B1-0C37-1C3C8D8A70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community, we learned about, well, our community.</a:t>
            </a:r>
          </a:p>
          <a:p>
            <a:r>
              <a:rPr lang="en-US" dirty="0"/>
              <a:t>While not inherently a skill: </a:t>
            </a:r>
          </a:p>
          <a:p>
            <a:pPr lvl="1"/>
            <a:r>
              <a:rPr lang="en-US" dirty="0"/>
              <a:t>I learned more about the greater Houston area</a:t>
            </a:r>
          </a:p>
          <a:p>
            <a:pPr lvl="1"/>
            <a:r>
              <a:rPr lang="en-US" dirty="0"/>
              <a:t>I made a nice slideshow about Charlie Serbia called “who am you”</a:t>
            </a:r>
          </a:p>
        </p:txBody>
      </p:sp>
    </p:spTree>
    <p:extLst>
      <p:ext uri="{BB962C8B-B14F-4D97-AF65-F5344CB8AC3E}">
        <p14:creationId xmlns:p14="http://schemas.microsoft.com/office/powerpoint/2010/main" val="535240141"/>
      </p:ext>
    </p:extLst>
  </p:cSld>
  <p:clrMapOvr>
    <a:masterClrMapping/>
  </p:clrMapOvr>
</p:sld>
</file>

<file path=ppt/theme/theme1.xml><?xml version="1.0" encoding="utf-8"?>
<a:theme xmlns:a="http://schemas.openxmlformats.org/drawingml/2006/main" name="Vapor Trail">
  <a:themeElements>
    <a:clrScheme name="Vapor Trail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Vapor Trail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apor Trail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8F31A783-2159-4870-BC29-2BA7D038EA4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Vapor Trail</Template>
  <TotalTime>298</TotalTime>
  <Words>168</Words>
  <Application>Microsoft Office PowerPoint</Application>
  <PresentationFormat>Widescreen</PresentationFormat>
  <Paragraphs>27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Arial</vt:lpstr>
      <vt:lpstr>Century Gothic</vt:lpstr>
      <vt:lpstr>Vapor Trail</vt:lpstr>
      <vt:lpstr>Charlie’s Spring Term Presentation</vt:lpstr>
      <vt:lpstr>Tech: Advanced app-dev</vt:lpstr>
      <vt:lpstr>Core: Community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26</cp:revision>
  <dcterms:created xsi:type="dcterms:W3CDTF">2026-06-10T15:46:05Z</dcterms:created>
  <dcterms:modified xsi:type="dcterms:W3CDTF">2026-06-18T16:18:39Z</dcterms:modified>
</cp:coreProperties>
</file>