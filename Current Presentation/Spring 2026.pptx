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671A4-3A16-47FB-E495-F0BF9A689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DCE5E0-0C39-6C9A-F6F6-3D40D6977A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E5238-851C-99AC-FED3-E39ADFD3B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21F872-69F2-D5FA-74E2-03D6CB29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481E8-538C-AE3D-BDBB-CFAC1AB14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440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08306-B573-6853-54C9-1BC8CDFB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E420F-8AF5-1177-ACAC-F4AD693CE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A7F05-0D57-5DFA-B372-81F77D8F1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2BE0D-25E1-F9C9-E312-8537CE636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19E9D-F2F0-8334-7FE0-D64EF9BAE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569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FE40B-898D-7129-66B7-8FCD6903D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86A20B-D06C-ABD3-D0CB-83F7CBECBE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BF742-C1AE-7CDA-6C05-ABD5C4915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C56FD-8C4E-C507-66B9-D316FB2FF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FA6A25-580B-DB86-94A3-72852B187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23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5773E-0B98-C144-36F3-60D4DC20F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865F0-7112-C513-BF6E-547D67EBE0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5B9809-BD28-2830-DFA0-B2853F104B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3E00BB-0D38-40B9-19E8-E9644AD1C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52258-BC09-5CA4-D57A-E7816A331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316905-B40A-2AEF-C2A9-B936B6365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09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34E2C-9EA4-23F7-DD0B-7CAA374B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D3CFA0-53C3-153D-839D-D75FFD279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B3D9A-C999-7CE1-7112-2340E0A048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9BC7B3-E203-B704-1302-2121A6DA42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49933D-A22B-09EC-2BEB-E26CB8FCFC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4675F7-8394-D5DB-178C-A9DC2962F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660ED0-B1F1-AAFA-3451-717C68A97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E2E095-D395-A1EE-1858-4BF70EDA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016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6161D-DF1D-74D7-0AC8-1C9551A54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7A43E8-7160-2567-98B7-845A5728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E75F9E-095F-5FC2-6074-DFBD3296A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FB414F-3619-EF83-A0CF-671AEE5E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456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AF5C72-6E4C-D8C1-F786-A9F97B1EA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10A476-FB5B-F40A-63B3-305250FB5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D67E86-FD0A-9024-3E65-035D0E470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28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2AF57-64AD-ABEF-FED4-A8C9E2A2D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3C992-BC28-626A-51D1-D43A2E4EF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EDD99B-3484-8446-7DF2-E8923DEE6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45B73-A8A9-47EE-BF77-4EE98B202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63EF49-0779-27E5-DCD5-280A5EFB8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D3E5B-0AFD-40F4-AB3F-C79D398B3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29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817B5-B77E-FB7D-BB8D-21045C01D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6726F6-B675-2409-2AE8-F5647B171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B9F671-CEA6-CF58-6BCF-462517DC6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3D9906-D636-4EF1-34E6-E1583C27F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59FD9-5946-EF28-D9BD-FC25EE45D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825168-FBF0-A198-E152-8694B9763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205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F7391-ACB2-376C-5775-EE98E47BA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CC66D9-71A8-45FA-8EEF-2F78573BA7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A85DC-C014-66DA-0FF6-1C1DA3607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BE6ED-88F7-4014-C35B-B9126AC4E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8091A-5071-E7DE-5A93-5B05DC48F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096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292C9A-BE0F-9543-B3F5-6A9296D58B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956946-D05C-57F5-302A-E8CD86A07D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3CC1A5-6D46-87D7-A01C-898FE6B87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3B567-2026-42EF-77C2-19B5535DA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59C7-B99D-7861-163A-10860FEE2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591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B5D3FB-84A9-58C4-B498-91FD035C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A95B51-FB64-B4C5-F666-A7B51D741C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72ADC-CA14-950D-CCAF-11F2365E8F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E122D-0169-D3F9-E7F5-144BD8447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8AAE8-C84B-FB60-89ED-07309DC027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042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7EF85-AB64-80CF-6410-4C598774A0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tabLst>
                <a:tab pos="5257800" algn="l"/>
              </a:tabLst>
            </a:pPr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63CCE0-4CA3-A91F-5D44-35A15C0404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</a:t>
            </a:r>
          </a:p>
          <a:p>
            <a:r>
              <a:rPr lang="en-US" dirty="0"/>
              <a:t>Charlie Hatch</a:t>
            </a:r>
          </a:p>
        </p:txBody>
      </p:sp>
    </p:spTree>
    <p:extLst>
      <p:ext uri="{BB962C8B-B14F-4D97-AF65-F5344CB8AC3E}">
        <p14:creationId xmlns:p14="http://schemas.microsoft.com/office/powerpoint/2010/main" val="2451799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Charlie’s Spring Term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2</cp:revision>
  <dcterms:created xsi:type="dcterms:W3CDTF">2026-06-10T15:46:05Z</dcterms:created>
  <dcterms:modified xsi:type="dcterms:W3CDTF">2026-06-15T17:13:49Z</dcterms:modified>
</cp:coreProperties>
</file>