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15C87-6EFB-048E-281E-FA326524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2FF5E-C6A3-3A43-45BA-7EC2DD1DC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98654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127</TotalTime>
  <Words>9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Century Gothic</vt:lpstr>
      <vt:lpstr>Vapor Trail</vt:lpstr>
      <vt:lpstr>Charlie’s Spring Term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10</cp:revision>
  <dcterms:created xsi:type="dcterms:W3CDTF">2026-06-10T15:46:05Z</dcterms:created>
  <dcterms:modified xsi:type="dcterms:W3CDTF">2026-06-15T17:44:35Z</dcterms:modified>
</cp:coreProperties>
</file>