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sldIdLst>
    <p:sldId id="260" r:id="rId2"/>
    <p:sldId id="261" r:id="rId3"/>
    <p:sldId id="262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in first person”</a:t>
            </a:r>
          </a:p>
          <a:p>
            <a:endParaRPr lang="en-US" dirty="0"/>
          </a:p>
          <a:p>
            <a:r>
              <a:rPr lang="en-US" dirty="0"/>
              <a:t>Explain reason chose </a:t>
            </a:r>
            <a:r>
              <a:rPr lang="en-US" dirty="0" err="1"/>
              <a:t>shipchannel</a:t>
            </a:r>
            <a:r>
              <a:rPr lang="en-US"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</a:t>
            </a:r>
            <a:r>
              <a:rPr lang="en-US" dirty="0" err="1"/>
              <a:t>deltais</a:t>
            </a:r>
            <a:r>
              <a:rPr lang="en-US" dirty="0"/>
              <a:t> </a:t>
            </a:r>
            <a:r>
              <a:rPr lang="en-US"/>
              <a:t>on discussions?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243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  <a:p>
            <a:r>
              <a:rPr lang="en-US" dirty="0"/>
              <a:t>As for how I’d use it, well, it just helps to know what’s around you so you can actually do things. Basically, less “use it” and more “add more things to </a:t>
            </a:r>
            <a:r>
              <a:rPr lang="en-US"/>
              <a:t>use skills on”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87E3D-DE56-CF2C-7E3E-A12305FBC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star-trek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BE7FE-2E19-A9FF-90F3-B8B62D9B4F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Well, while there where many good </a:t>
            </a:r>
            <a:r>
              <a:rPr lang="en-US" dirty="0" err="1"/>
              <a:t>memorys</a:t>
            </a:r>
            <a:r>
              <a:rPr lang="en-US" dirty="0"/>
              <a:t>, I think one of my favorites had to have been some of the discussions we had about Data</a:t>
            </a:r>
          </a:p>
        </p:txBody>
      </p:sp>
    </p:spTree>
    <p:extLst>
      <p:ext uri="{BB962C8B-B14F-4D97-AF65-F5344CB8AC3E}">
        <p14:creationId xmlns:p14="http://schemas.microsoft.com/office/powerpoint/2010/main" val="1829906075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314</TotalTime>
  <Words>253</Words>
  <Application>Microsoft Office PowerPoint</Application>
  <PresentationFormat>Widescreen</PresentationFormat>
  <Paragraphs>34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  <vt:lpstr>Core: Community</vt:lpstr>
      <vt:lpstr>Club: star-trek club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30</cp:revision>
  <dcterms:created xsi:type="dcterms:W3CDTF">2026-06-10T15:46:05Z</dcterms:created>
  <dcterms:modified xsi:type="dcterms:W3CDTF">2026-06-20T20:29:15Z</dcterms:modified>
</cp:coreProperties>
</file>