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11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671A4-3A16-47FB-E495-F0BF9A689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DCE5E0-0C39-6C9A-F6F6-3D40D6977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E5238-851C-99AC-FED3-E39ADFD3B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1F872-69F2-D5FA-74E2-03D6CB29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481E8-538C-AE3D-BDBB-CFAC1AB14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440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8306-B573-6853-54C9-1BC8CDFB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E420F-8AF5-1177-ACAC-F4AD693CE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A7F05-0D57-5DFA-B372-81F77D8F1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BE0D-25E1-F9C9-E312-8537CE636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19E9D-F2F0-8334-7FE0-D64EF9BA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69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E40B-898D-7129-66B7-8FCD6903D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6A20B-D06C-ABD3-D0CB-83F7CBECB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BF742-C1AE-7CDA-6C05-ABD5C4915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C56FD-8C4E-C507-66B9-D316FB2FF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FA6A25-580B-DB86-94A3-72852B18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23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5773E-0B98-C144-36F3-60D4DC20F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865F0-7112-C513-BF6E-547D67EBE0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5B9809-BD28-2830-DFA0-B2853F104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3E00BB-0D38-40B9-19E8-E9644AD1C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52258-BC09-5CA4-D57A-E7816A331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16905-B40A-2AEF-C2A9-B936B636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09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4E2C-9EA4-23F7-DD0B-7CAA374B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D3CFA0-53C3-153D-839D-D75FFD279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B3D9A-C999-7CE1-7112-2340E0A048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BC7B3-E203-B704-1302-2121A6DA4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49933D-A22B-09EC-2BEB-E26CB8FCFC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4675F7-8394-D5DB-178C-A9DC2962F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660ED0-B1F1-AAFA-3451-717C68A97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E2E095-D395-A1EE-1858-4BF70EDA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016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6161D-DF1D-74D7-0AC8-1C9551A5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A43E8-7160-2567-98B7-845A5728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E75F9E-095F-5FC2-6074-DFBD3296A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FB414F-3619-EF83-A0CF-671AEE5E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456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AF5C72-6E4C-D8C1-F786-A9F97B1E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10A476-FB5B-F40A-63B3-305250FB5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67E86-FD0A-9024-3E65-035D0E470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28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2AF57-64AD-ABEF-FED4-A8C9E2A2D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3C992-BC28-626A-51D1-D43A2E4EF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DD99B-3484-8446-7DF2-E8923DEE6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45B73-A8A9-47EE-BF77-4EE98B202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3EF49-0779-27E5-DCD5-280A5EFB8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D3E5B-0AFD-40F4-AB3F-C79D398B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2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817B5-B77E-FB7D-BB8D-21045C01D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6726F6-B675-2409-2AE8-F5647B171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9F671-CEA6-CF58-6BCF-462517DC6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3D9906-D636-4EF1-34E6-E1583C27F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59FD9-5946-EF28-D9BD-FC25EE45D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25168-FBF0-A198-E152-8694B9763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205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F7391-ACB2-376C-5775-EE98E47BA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CC66D9-71A8-45FA-8EEF-2F78573BA7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A85DC-C014-66DA-0FF6-1C1DA3607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BE6ED-88F7-4014-C35B-B9126AC4E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8091A-5071-E7DE-5A93-5B05DC48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096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292C9A-BE0F-9543-B3F5-6A9296D58B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956946-D05C-57F5-302A-E8CD86A07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CC1A5-6D46-87D7-A01C-898FE6B87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3B567-2026-42EF-77C2-19B5535DA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59C7-B99D-7861-163A-10860FEE2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591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B5D3FB-84A9-58C4-B498-91FD035C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A95B51-FB64-B4C5-F666-A7B51D741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72ADC-CA14-950D-CCAF-11F2365E8F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E122D-0169-D3F9-E7F5-144BD8447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8AAE8-C84B-FB60-89ED-07309DC027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042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7EF85-AB64-80CF-6410-4C598774A0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63CCE0-4CA3-A91F-5D44-35A15C0404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</a:t>
            </a:r>
          </a:p>
          <a:p>
            <a:r>
              <a:rPr lang="en-US" dirty="0"/>
              <a:t>Charlie Hatch</a:t>
            </a:r>
          </a:p>
        </p:txBody>
      </p:sp>
    </p:spTree>
    <p:extLst>
      <p:ext uri="{BB962C8B-B14F-4D97-AF65-F5344CB8AC3E}">
        <p14:creationId xmlns:p14="http://schemas.microsoft.com/office/powerpoint/2010/main" val="2451799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B9C6-84BD-3439-D33E-8CB02480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19744-CADB-AA00-17E2-D9EC8E1370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3ED965D-5808-9F89-291D-4E09679DAC8E}"/>
              </a:ext>
            </a:extLst>
          </p:cNvPr>
          <p:cNvSpPr txBox="1">
            <a:spLocks/>
          </p:cNvSpPr>
          <p:nvPr/>
        </p:nvSpPr>
        <p:spPr>
          <a:xfrm>
            <a:off x="5809488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By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8EE8B7A-565F-11D1-F96E-AB49B1B7FE99}"/>
              </a:ext>
            </a:extLst>
          </p:cNvPr>
          <p:cNvSpPr txBox="1">
            <a:spLocks/>
          </p:cNvSpPr>
          <p:nvPr/>
        </p:nvSpPr>
        <p:spPr>
          <a:xfrm>
            <a:off x="5056632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598C96E-8C23-B82E-CB5B-FB26D10EA56B}"/>
              </a:ext>
            </a:extLst>
          </p:cNvPr>
          <p:cNvSpPr txBox="1">
            <a:spLocks/>
          </p:cNvSpPr>
          <p:nvPr/>
        </p:nvSpPr>
        <p:spPr>
          <a:xfrm>
            <a:off x="6096000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65A68BF6-5315-AA56-5210-A9B86AB9AEF2}"/>
              </a:ext>
            </a:extLst>
          </p:cNvPr>
          <p:cNvSpPr txBox="1">
            <a:spLocks/>
          </p:cNvSpPr>
          <p:nvPr/>
        </p:nvSpPr>
        <p:spPr>
          <a:xfrm>
            <a:off x="5809488" y="5201400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By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1CEDFCB4-D474-9771-D59A-9F9895A0CE20}"/>
              </a:ext>
            </a:extLst>
          </p:cNvPr>
          <p:cNvSpPr txBox="1">
            <a:spLocks/>
          </p:cNvSpPr>
          <p:nvPr/>
        </p:nvSpPr>
        <p:spPr>
          <a:xfrm>
            <a:off x="7258125" y="5045354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40672325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5" presetClass="entr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2000"/>
                                            <p:tgtEl>
                                              <p:spTgt spid="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>
                                            <p:cTn id="8" dur="2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 fmla="#ppt_w*sin(2.5*pi*$)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1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" dur="2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0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1" presetID="2" presetClass="entr" presetSubtype="2" fill="hold" grpId="0" nodeType="afterEffect" p14:presetBounceEnd="16667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16667">
                                          <p:cBhvr additive="base">
                                            <p:cTn id="13" dur="1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16667">
                                          <p:cBhvr additive="base">
                                            <p:cTn id="14" dur="1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2" presetClass="entr" presetSubtype="8" fill="hold" grpId="0" nodeType="withEffect" p14:presetBounceEnd="16667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16667">
                                          <p:cBhvr additive="base">
                                            <p:cTn id="17" dur="1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16667">
                                          <p:cBhvr additive="base">
                                            <p:cTn id="18" dur="1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9" fill="hold">
                                <p:stCondLst>
                                  <p:cond delay="3500"/>
                                </p:stCondLst>
                                <p:childTnLst>
                                  <p:par>
                                    <p:cTn id="20" presetID="10" presetClass="entr" presetSubtype="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3" fill="hold">
                                <p:stCondLst>
                                  <p:cond delay="4000"/>
                                </p:stCondLst>
                                <p:childTnLst>
                                  <p:par>
                                    <p:cTn id="24" presetID="10" presetClass="entr" presetSubtype="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7" fill="hold">
                                <p:stCondLst>
                                  <p:cond delay="4500"/>
                                </p:stCondLst>
                                <p:childTnLst>
                                  <p:par>
                                    <p:cTn id="28" presetID="10" presetClass="entr" presetSubtype="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/>
          <p:bldP spid="4" grpId="0"/>
          <p:bldP spid="8" grpId="0"/>
          <p:bldP spid="10" grpId="0"/>
          <p:bldP spid="16" grpId="0"/>
          <p:bldP spid="17" grpId="0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5" presetClass="entr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2000"/>
                                            <p:tgtEl>
                                              <p:spTgt spid="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>
                                            <p:cTn id="8" dur="2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 fmla="#ppt_w*sin(2.5*pi*$)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1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" dur="2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0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1" presetID="2" presetClass="entr" presetSubtype="2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" dur="1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1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1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1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9" fill="hold">
                                <p:stCondLst>
                                  <p:cond delay="3500"/>
                                </p:stCondLst>
                                <p:childTnLst>
                                  <p:par>
                                    <p:cTn id="20" presetID="10" presetClass="entr" presetSubtype="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3" fill="hold">
                                <p:stCondLst>
                                  <p:cond delay="4000"/>
                                </p:stCondLst>
                                <p:childTnLst>
                                  <p:par>
                                    <p:cTn id="24" presetID="10" presetClass="entr" presetSubtype="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7" fill="hold">
                                <p:stCondLst>
                                  <p:cond delay="4500"/>
                                </p:stCondLst>
                                <p:childTnLst>
                                  <p:par>
                                    <p:cTn id="28" presetID="10" presetClass="entr" presetSubtype="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/>
          <p:bldP spid="4" grpId="0"/>
          <p:bldP spid="8" grpId="0"/>
          <p:bldP spid="10" grpId="0"/>
          <p:bldP spid="16" grpId="0"/>
          <p:bldP spid="17" grpId="0"/>
        </p:bldLst>
      </p:timing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EE29-CF6D-1F24-51CD-22D1EF7DC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2163-017D-0FC9-7D20-134A97BDD5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F1288192-E533-C186-5A7C-EB90D432B7CF}"/>
              </a:ext>
            </a:extLst>
          </p:cNvPr>
          <p:cNvSpPr txBox="1">
            <a:spLocks/>
          </p:cNvSpPr>
          <p:nvPr/>
        </p:nvSpPr>
        <p:spPr>
          <a:xfrm>
            <a:off x="5056632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0DE85A5-109D-BC81-55A4-F638BBA82280}"/>
              </a:ext>
            </a:extLst>
          </p:cNvPr>
          <p:cNvSpPr txBox="1">
            <a:spLocks/>
          </p:cNvSpPr>
          <p:nvPr/>
        </p:nvSpPr>
        <p:spPr>
          <a:xfrm>
            <a:off x="6096000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15353C8-C457-02E1-AC35-11BDA6D25E72}"/>
              </a:ext>
            </a:extLst>
          </p:cNvPr>
          <p:cNvSpPr txBox="1">
            <a:spLocks/>
          </p:cNvSpPr>
          <p:nvPr/>
        </p:nvSpPr>
        <p:spPr>
          <a:xfrm>
            <a:off x="5667756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71C0F234-080A-2895-B649-BFD3BE648757}"/>
              </a:ext>
            </a:extLst>
          </p:cNvPr>
          <p:cNvSpPr txBox="1">
            <a:spLocks/>
          </p:cNvSpPr>
          <p:nvPr/>
        </p:nvSpPr>
        <p:spPr>
          <a:xfrm>
            <a:off x="5937504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26306621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5" presetClass="entr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2000"/>
                                            <p:tgtEl>
                                              <p:spTgt spid="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>
                                            <p:cTn id="8" dur="2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 fmla="#ppt_w*sin(2.5*pi*$)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1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" dur="2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0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1" presetID="2" presetClass="entr" presetSubtype="2" fill="hold" grpId="0" nodeType="afterEffect" p14:presetBounceEnd="16667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16667">
                                          <p:cBhvr additive="base">
                                            <p:cTn id="13" dur="1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16667">
                                          <p:cBhvr additive="base">
                                            <p:cTn id="14" dur="1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2" presetClass="entr" presetSubtype="8" fill="hold" grpId="0" nodeType="withEffect" p14:presetBounceEnd="16667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16667">
                                          <p:cBhvr additive="base">
                                            <p:cTn id="17" dur="1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16667">
                                          <p:cBhvr additive="base">
                                            <p:cTn id="18" dur="1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9" fill="hold">
                                <p:stCondLst>
                                  <p:cond delay="3500"/>
                                </p:stCondLst>
                                <p:childTnLst>
                                  <p:par>
                                    <p:cTn id="20" presetID="10" presetClass="entr" presetSubtype="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3" fill="hold">
                                <p:stCondLst>
                                  <p:cond delay="4000"/>
                                </p:stCondLst>
                                <p:childTnLst>
                                  <p:par>
                                    <p:cTn id="24" presetID="10" presetClass="entr" presetSubtype="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/>
          <p:bldP spid="8" grpId="0"/>
          <p:bldP spid="10" grpId="0"/>
          <p:bldP spid="16" grpId="0"/>
          <p:bldP spid="17" grpId="0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5" presetClass="entr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2000"/>
                                            <p:tgtEl>
                                              <p:spTgt spid="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>
                                            <p:cTn id="8" dur="2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 fmla="#ppt_w*sin(2.5*pi*$)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1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" dur="2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0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1" presetID="2" presetClass="entr" presetSubtype="2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" dur="1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1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1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" dur="15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9" fill="hold">
                                <p:stCondLst>
                                  <p:cond delay="3500"/>
                                </p:stCondLst>
                                <p:childTnLst>
                                  <p:par>
                                    <p:cTn id="20" presetID="10" presetClass="entr" presetSubtype="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3" fill="hold">
                                <p:stCondLst>
                                  <p:cond delay="4000"/>
                                </p:stCondLst>
                                <p:childTnLst>
                                  <p:par>
                                    <p:cTn id="24" presetID="10" presetClass="entr" presetSubtype="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/>
          <p:bldP spid="8" grpId="0"/>
          <p:bldP spid="10" grpId="0"/>
          <p:bldP spid="16" grpId="0"/>
          <p:bldP spid="17" grpId="0"/>
        </p:bldLst>
      </p:timing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27</Words>
  <Application>Microsoft Office PowerPoint</Application>
  <PresentationFormat>Widescreen</PresentationFormat>
  <Paragraphs>14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Charlie’s Spring Term Presentation</vt:lpstr>
      <vt:lpstr>Charlie’s Spring Term Presentation</vt:lpstr>
      <vt:lpstr>Charlie’s Spring Term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3</cp:revision>
  <dcterms:created xsi:type="dcterms:W3CDTF">2026-06-10T15:46:05Z</dcterms:created>
  <dcterms:modified xsi:type="dcterms:W3CDTF">2026-06-10T16:22:39Z</dcterms:modified>
</cp:coreProperties>
</file>