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-4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286</TotalTime>
  <Words>108</Words>
  <Application>Microsoft Office PowerPoint</Application>
  <PresentationFormat>Widescreen</PresentationFormat>
  <Paragraphs>20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23</cp:revision>
  <dcterms:created xsi:type="dcterms:W3CDTF">2026-06-10T15:46:05Z</dcterms:created>
  <dcterms:modified xsi:type="dcterms:W3CDTF">2026-06-17T16:25:15Z</dcterms:modified>
</cp:coreProperties>
</file>