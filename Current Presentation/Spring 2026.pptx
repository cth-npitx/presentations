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I”</a:t>
            </a:r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287</TotalTime>
  <Words>152</Words>
  <Application>Microsoft Office PowerPoint</Application>
  <PresentationFormat>Widescreen</PresentationFormat>
  <Paragraphs>26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25</cp:revision>
  <dcterms:created xsi:type="dcterms:W3CDTF">2026-06-10T15:46:05Z</dcterms:created>
  <dcterms:modified xsi:type="dcterms:W3CDTF">2026-06-18T16:08:03Z</dcterms:modified>
</cp:coreProperties>
</file>