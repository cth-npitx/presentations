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60" r:id="rId2"/>
    <p:sldId id="261" r:id="rId3"/>
    <p:sldId id="262" r:id="rId4"/>
    <p:sldId id="263" r:id="rId5"/>
    <p:sldId id="264" r:id="rId6"/>
    <p:sldId id="265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B736126-433D-4E27-8CA2-964397748075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98B00B-2615-DA7F-16DD-BEDBD145F26F}" v="169" dt="2026-06-22T15:38:36.746"/>
    <p1510:client id="{ECBCC7A4-2B2E-30B8-636B-1ED04629B37E}" v="34" dt="2026-06-22T15:56:26.9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third debugging, say the “those are my 3” joke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“who am you”, explain the whole “the questions where in first person”</a:t>
            </a:r>
          </a:p>
          <a:p>
            <a:endParaRPr lang="en-US" dirty="0"/>
          </a:p>
          <a:p>
            <a:r>
              <a:rPr lang="en-US" dirty="0"/>
              <a:t>Explain reason chose </a:t>
            </a:r>
            <a:r>
              <a:rPr lang="en-US" dirty="0" err="1"/>
              <a:t>shipchannel</a:t>
            </a:r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439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</a:t>
            </a:r>
            <a:r>
              <a:rPr lang="en-US" dirty="0" err="1"/>
              <a:t>deltais</a:t>
            </a:r>
            <a:r>
              <a:rPr lang="en-US" dirty="0"/>
              <a:t> on discussions?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243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marL="914400" lvl="2" indent="0">
              <a:buNone/>
            </a:pPr>
            <a:r>
              <a:rPr lang="en-US" dirty="0"/>
              <a:t>Okay, in all seriousness</a:t>
            </a:r>
          </a:p>
          <a:p>
            <a:pPr lvl="2"/>
            <a:r>
              <a:rPr lang="en-US" dirty="0"/>
              <a:t>Critical Thinking</a:t>
            </a:r>
          </a:p>
          <a:p>
            <a:pPr lvl="2"/>
            <a:r>
              <a:rPr lang="en-US" dirty="0"/>
              <a:t>Trial and Error</a:t>
            </a:r>
          </a:p>
          <a:p>
            <a:pPr lvl="2"/>
            <a:endParaRPr lang="en-US" dirty="0"/>
          </a:p>
          <a:p>
            <a:pPr marL="0" indent="0">
              <a:buNone/>
            </a:pPr>
            <a:r>
              <a:rPr lang="en-US" dirty="0"/>
              <a:t>As for what I gained, it’s mostly just more knowledge, in this case about SQL</a:t>
            </a:r>
          </a:p>
        </p:txBody>
      </p:sp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5CBC-A8D3-D568-87AE-62116BA26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</a:t>
            </a:r>
            <a:r>
              <a:rPr lang="en-US"/>
              <a:t>: Community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74F07-D8D0-C8B1-0C37-1C3C8D8A7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community, we learned about, well, our community.</a:t>
            </a:r>
          </a:p>
          <a:p>
            <a:r>
              <a:rPr lang="en-US" dirty="0"/>
              <a:t>While not inherently a skill: </a:t>
            </a:r>
          </a:p>
          <a:p>
            <a:pPr lvl="1"/>
            <a:r>
              <a:rPr lang="en-US" dirty="0"/>
              <a:t>I learned more about the greater Houston area</a:t>
            </a:r>
          </a:p>
          <a:p>
            <a:pPr lvl="1"/>
            <a:r>
              <a:rPr lang="en-US" dirty="0"/>
              <a:t>I made a nice slideshow about Charlie Serbia called “who am you”</a:t>
            </a:r>
          </a:p>
          <a:p>
            <a:r>
              <a:rPr lang="en-US" dirty="0"/>
              <a:t>As for how I’d use it, well, it just helps to know what’s around you so you can actually do things. Basically, less “use it” and more “add more things to </a:t>
            </a:r>
            <a:r>
              <a:rPr lang="en-US"/>
              <a:t>use skills on”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5240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87E3D-DE56-CF2C-7E3E-A12305FBC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star-trek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BE7FE-2E19-A9FF-90F3-B8B62D9B4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Well, while there where many good </a:t>
            </a:r>
            <a:r>
              <a:rPr lang="en-US" dirty="0" err="1"/>
              <a:t>memorys</a:t>
            </a:r>
            <a:r>
              <a:rPr lang="en-US" dirty="0"/>
              <a:t>, I think one of my favorites had to have been some of the discussions we had about Data, specifically the fact that he does have emotions, contrary to his own </a:t>
            </a:r>
            <a:r>
              <a:rPr lang="en-US"/>
              <a:t>statments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906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3B13D-4EA4-72D0-C584-F7E4962CE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Favorite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70F2A-2830-597A-D03F-334F7AD6A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Well, this term wasn't that memorable, honestly. So, I'm going more with what I did that I'm most proud of.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That is my "dynamic file path" system. There's no easy way  show an image of </a:t>
            </a:r>
            <a:r>
              <a:rPr lang="en-US"/>
              <a:t>it, but long story short basically it allows </a:t>
            </a:r>
            <a:r>
              <a:rPr lang="en-US" dirty="0"/>
              <a:t>saving a file within the inside of a programs folder structure.</a:t>
            </a:r>
          </a:p>
          <a:p>
            <a:pPr marL="0" indent="0">
              <a:buNone/>
            </a:pPr>
            <a:r>
              <a:rPr lang="en-US"/>
              <a:t> 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41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D51B22-6035-47AA-F096-DF50E1293D3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70A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blue screen with a qr code&#10;&#10;AI-generated content may be incorrect.">
            <a:extLst>
              <a:ext uri="{FF2B5EF4-FFF2-40B4-BE49-F238E27FC236}">
                <a16:creationId xmlns:a16="http://schemas.microsoft.com/office/drawing/2014/main" id="{093AC10B-ECC1-A72C-BD4E-BE5469028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412" y="1500187"/>
            <a:ext cx="5591175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004409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445</TotalTime>
  <Words>268</Words>
  <Application>Microsoft Office PowerPoint</Application>
  <PresentationFormat>Widescreen</PresentationFormat>
  <Paragraphs>34</Paragraphs>
  <Slides>6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Vapor Trail</vt:lpstr>
      <vt:lpstr>Charlie’s Spring Term Presentation</vt:lpstr>
      <vt:lpstr>Tech: Advanced app-dev</vt:lpstr>
      <vt:lpstr>Core: Community</vt:lpstr>
      <vt:lpstr>Club: star-trek club</vt:lpstr>
      <vt:lpstr>Favorite memory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104</cp:revision>
  <dcterms:created xsi:type="dcterms:W3CDTF">2026-06-10T15:46:05Z</dcterms:created>
  <dcterms:modified xsi:type="dcterms:W3CDTF">2026-06-22T15:57:24Z</dcterms:modified>
</cp:coreProperties>
</file>