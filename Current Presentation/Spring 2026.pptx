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42" dt="2026-06-22T15:26:48.182"/>
    <p1510:client id="{B3D8BC0C-D2E7-1DB9-11BC-BCF84AD0F7D9}" v="553" dt="2026-06-23T17:27:16.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22T16:59:40.400"/>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third debugging, say the “those are my 3” joke</a:t>
            </a:r>
          </a:p>
          <a:p>
            <a:pPr>
              <a:defRPr/>
            </a:pPr>
            <a:r>
              <a:rPr lang="en-US" dirty="0"/>
              <a:t>Art skills  = </a:t>
            </a:r>
            <a:r>
              <a:rPr lang="en-US" dirty="0" err="1"/>
              <a:t>purchaseing</a:t>
            </a:r>
            <a:r>
              <a:rPr lang="en-US" dirty="0"/>
              <a:t> interface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“who am you”, explain the whole “the questions where in first person”</a:t>
            </a:r>
          </a:p>
          <a:p>
            <a:endParaRPr lang="en-US" dirty="0"/>
          </a:p>
          <a:p>
            <a:r>
              <a:rPr lang="en-US" dirty="0"/>
              <a:t>Explain reason chose </a:t>
            </a:r>
            <a:r>
              <a:rPr lang="en-US" dirty="0" err="1"/>
              <a:t>shipchannel</a:t>
            </a:r>
            <a:r>
              <a:rPr lang="en-US" dirty="0"/>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t>
            </a:r>
            <a:r>
              <a:rPr lang="en-US" dirty="0" err="1"/>
              <a:t>deltais</a:t>
            </a:r>
            <a:r>
              <a:rPr lang="en-US" dirty="0"/>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01F3D3-B64E-45E5-A774-FFEE7077F3D9}"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dirty="0"/>
              <a:t>Charlie’s</a:t>
            </a:r>
            <a:br>
              <a:rPr lang="en-US" dirty="0"/>
            </a:br>
            <a:r>
              <a:rPr lang="en-US" dirty="0"/>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dirty="0"/>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vert="horz" lIns="91440" tIns="45720" rIns="91440" bIns="45720" rtlCol="0" anchor="t">
            <a:normAutofit fontScale="92500" lnSpcReduction="10000"/>
          </a:bodyPr>
          <a:lstStyle/>
          <a:p>
            <a:r>
              <a:rPr lang="en-US" dirty="0"/>
              <a:t>We worked on two things in advanced </a:t>
            </a:r>
            <a:r>
              <a:rPr lang="en-US" err="1"/>
              <a:t>appdev</a:t>
            </a:r>
            <a:r>
              <a:rPr lang="en-US" dirty="0"/>
              <a:t>.</a:t>
            </a:r>
          </a:p>
          <a:p>
            <a:pPr lvl="1"/>
            <a:r>
              <a:rPr lang="en-US" dirty="0"/>
              <a:t>One of the projects we worked on was the Snack Shack</a:t>
            </a:r>
          </a:p>
          <a:p>
            <a:pPr lvl="2"/>
            <a:r>
              <a:rPr lang="en-US" dirty="0"/>
              <a:t>In actuality, the most major was, as discussed by Ryan, actually databases and SQL. But I figured you have heard about that from him</a:t>
            </a:r>
          </a:p>
          <a:p>
            <a:pPr lvl="1"/>
            <a:r>
              <a:rPr lang="en-US" dirty="0"/>
              <a:t>Tasks used:</a:t>
            </a:r>
          </a:p>
          <a:p>
            <a:pPr lvl="2"/>
            <a:r>
              <a:rPr lang="en-US" dirty="0"/>
              <a:t>Debugging</a:t>
            </a:r>
          </a:p>
          <a:p>
            <a:pPr lvl="3"/>
            <a:r>
              <a:rPr lang="en-US" dirty="0"/>
              <a:t>Debugging</a:t>
            </a:r>
          </a:p>
          <a:p>
            <a:pPr lvl="3"/>
            <a:r>
              <a:rPr lang="en-US" dirty="0"/>
              <a:t>Debugging</a:t>
            </a:r>
          </a:p>
          <a:p>
            <a:pPr marL="914400" lvl="2" indent="0">
              <a:buNone/>
            </a:pPr>
            <a:r>
              <a:rPr lang="en-US" dirty="0"/>
              <a:t>Okay, in all seriousness</a:t>
            </a:r>
          </a:p>
          <a:p>
            <a:pPr lvl="2"/>
            <a:r>
              <a:rPr lang="en-US" dirty="0"/>
              <a:t>Critical Thinking</a:t>
            </a:r>
          </a:p>
          <a:p>
            <a:pPr lvl="2"/>
            <a:r>
              <a:rPr lang="en-US" dirty="0"/>
              <a:t>Trial and Error</a:t>
            </a:r>
          </a:p>
          <a:p>
            <a:pPr lvl="2"/>
            <a:r>
              <a:rPr lang="en-US"/>
              <a:t>"Art"</a:t>
            </a:r>
            <a:endParaRPr lang="en-US" dirty="0"/>
          </a:p>
          <a:p>
            <a:pPr lvl="2"/>
            <a:endParaRPr lang="en-US" dirty="0"/>
          </a:p>
          <a:p>
            <a:pPr marL="0" indent="0">
              <a:buNone/>
            </a:pPr>
            <a:r>
              <a:rPr lang="en-US" dirty="0"/>
              <a:t>As for what I gained, it’s mostly just more knowledge, in this case about SQL</a:t>
            </a:r>
          </a:p>
        </p:txBody>
      </p:sp>
      <p:pic>
        <p:nvPicPr>
          <p:cNvPr id="8" name="Picture 7" descr="A screenshot of a computer&#10;&#10;AI-generated content may be incorrect.">
            <a:extLst>
              <a:ext uri="{FF2B5EF4-FFF2-40B4-BE49-F238E27FC236}">
                <a16:creationId xmlns:a16="http://schemas.microsoft.com/office/drawing/2014/main" id="{CC8E914B-D6C6-9F6E-85C7-1E8D1255F3EB}"/>
              </a:ext>
            </a:extLst>
          </p:cNvPr>
          <p:cNvPicPr>
            <a:picLocks noChangeAspect="1"/>
          </p:cNvPicPr>
          <p:nvPr/>
        </p:nvPicPr>
        <p:blipFill>
          <a:blip r:embed="rId3"/>
          <a:stretch>
            <a:fillRect/>
          </a:stretch>
        </p:blipFill>
        <p:spPr>
          <a:xfrm>
            <a:off x="5128759" y="3316287"/>
            <a:ext cx="3792311" cy="2257427"/>
          </a:xfrm>
          <a:prstGeom prst="rect">
            <a:avLst/>
          </a:prstGeom>
        </p:spPr>
      </p:pic>
      <p:pic>
        <p:nvPicPr>
          <p:cNvPr id="9" name="Picture 8" descr="A screenshot of a computer error&#10;&#10;AI-generated content may be incorrect.">
            <a:extLst>
              <a:ext uri="{FF2B5EF4-FFF2-40B4-BE49-F238E27FC236}">
                <a16:creationId xmlns:a16="http://schemas.microsoft.com/office/drawing/2014/main" id="{0B528D0D-73C7-10B6-E3FB-B4A6C198227A}"/>
              </a:ext>
            </a:extLst>
          </p:cNvPr>
          <p:cNvPicPr>
            <a:picLocks noChangeAspect="1"/>
          </p:cNvPicPr>
          <p:nvPr/>
        </p:nvPicPr>
        <p:blipFill>
          <a:blip r:embed="rId4"/>
          <a:stretch>
            <a:fillRect/>
          </a:stretch>
        </p:blipFill>
        <p:spPr>
          <a:xfrm>
            <a:off x="3658507" y="3319915"/>
            <a:ext cx="1333500" cy="1190625"/>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A4FEF701-8AE1-1EA2-FC6E-32098BBEAA8B}"/>
              </a:ext>
            </a:extLst>
          </p:cNvPr>
          <p:cNvPicPr>
            <a:picLocks noChangeAspect="1"/>
          </p:cNvPicPr>
          <p:nvPr/>
        </p:nvPicPr>
        <p:blipFill>
          <a:blip r:embed="rId5"/>
          <a:stretch>
            <a:fillRect/>
          </a:stretch>
        </p:blipFill>
        <p:spPr>
          <a:xfrm>
            <a:off x="7563303" y="3318101"/>
            <a:ext cx="3386365" cy="2130425"/>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179F5C94-8C6A-C79E-9F7C-66DC9A9A306D}"/>
              </a:ext>
            </a:extLst>
          </p:cNvPr>
          <p:cNvPicPr>
            <a:picLocks noChangeAspect="1"/>
          </p:cNvPicPr>
          <p:nvPr/>
        </p:nvPicPr>
        <p:blipFill>
          <a:blip r:embed="rId6"/>
          <a:stretch>
            <a:fillRect/>
          </a:stretch>
        </p:blipFill>
        <p:spPr>
          <a:xfrm>
            <a:off x="3660774" y="3319915"/>
            <a:ext cx="3904344" cy="2256973"/>
          </a:xfrm>
          <a:prstGeom prst="rect">
            <a:avLst/>
          </a:prstGeom>
        </p:spPr>
      </p:pic>
    </p:spTree>
    <p:extLst>
      <p:ext uri="{BB962C8B-B14F-4D97-AF65-F5344CB8AC3E}">
        <p14:creationId xmlns:p14="http://schemas.microsoft.com/office/powerpoint/2010/main" val="1734690963"/>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fallOver"/>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50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anim calcmode="lin" valueType="num">
                                      <p:cBhvr additive="base">
                                        <p:cTn id="16"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 calcmode="lin" valueType="num">
                                      <p:cBhvr additive="base">
                                        <p:cTn id="20"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 calcmode="lin" valueType="num">
                                      <p:cBhvr additive="base">
                                        <p:cTn id="24"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 calcmode="lin" valueType="num">
                                      <p:cBhvr additive="base">
                                        <p:cTn id="28"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 calcmode="lin" valueType="num">
                                      <p:cBhvr additive="base">
                                        <p:cTn id="32"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 calcmode="lin" valueType="num">
                                      <p:cBhvr additive="base">
                                        <p:cTn id="36"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8" presetID="1" presetClass="exit" presetSubtype="0" fill="hold" grpId="0" nodeType="withEffect">
                                  <p:stCondLst>
                                    <p:cond delay="0"/>
                                  </p:stCondLst>
                                  <p:childTnLst>
                                    <p:set>
                                      <p:cBhvr>
                                        <p:cTn id="39" dur="1" fill="hold">
                                          <p:stCondLst>
                                            <p:cond delay="0"/>
                                          </p:stCondLst>
                                        </p:cTn>
                                        <p:tgtEl>
                                          <p:spTgt spid="3">
                                            <p:txEl>
                                              <p:pRg st="7" end="7"/>
                                            </p:txEl>
                                          </p:spTgt>
                                        </p:tgtEl>
                                        <p:attrNameLst>
                                          <p:attrName>style.visibility</p:attrName>
                                        </p:attrNameLst>
                                      </p:cBhvr>
                                      <p:to>
                                        <p:strVal val="hidden"/>
                                      </p:to>
                                    </p:set>
                                  </p:childTnLst>
                                </p:cTn>
                              </p:par>
                              <p:par>
                                <p:cTn id="40" presetID="2" presetClass="entr" presetSubtype="4" fill="hold" grpId="0"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 calcmode="lin" valueType="num">
                                      <p:cBhvr additive="base">
                                        <p:cTn id="42"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3"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4" presetID="2" presetClass="entr" presetSubtype="4" fill="hold" grpId="0"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 calcmode="lin" valueType="num">
                                      <p:cBhvr additive="base">
                                        <p:cTn id="46"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8" presetID="2" presetClass="entr" presetSubtype="4" fill="hold" grpId="0" nodeType="with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 calcmode="lin" valueType="num">
                                      <p:cBhvr additive="base">
                                        <p:cTn id="50"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grpId="0"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 calcmode="lin" valueType="num">
                                      <p:cBhvr additive="base">
                                        <p:cTn id="56"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57" dur="500" fill="hold"/>
                                        <p:tgtEl>
                                          <p:spTgt spid="3">
                                            <p:txEl>
                                              <p:pRg st="12" end="12"/>
                                            </p:txEl>
                                          </p:spTgt>
                                        </p:tgtEl>
                                        <p:attrNameLst>
                                          <p:attrName>ppt_y</p:attrName>
                                        </p:attrNameLst>
                                      </p:cBhvr>
                                      <p:tavLst>
                                        <p:tav tm="0">
                                          <p:val>
                                            <p:strVal val="1+#ppt_h/2"/>
                                          </p:val>
                                        </p:tav>
                                        <p:tav tm="100000">
                                          <p:val>
                                            <p:strVal val="#ppt_y"/>
                                          </p:val>
                                        </p:tav>
                                      </p:tavLst>
                                    </p:anim>
                                  </p:childTnLst>
                                </p:cTn>
                              </p:par>
                              <p:par>
                                <p:cTn id="58" presetID="2" presetClass="entr" presetSubtype="4" fill="hold" nodeType="withEffect">
                                  <p:stCondLst>
                                    <p:cond delay="250"/>
                                  </p:stCondLst>
                                  <p:childTnLst>
                                    <p:set>
                                      <p:cBhvr>
                                        <p:cTn id="59" dur="1" fill="hold">
                                          <p:stCondLst>
                                            <p:cond delay="0"/>
                                          </p:stCondLst>
                                        </p:cTn>
                                        <p:tgtEl>
                                          <p:spTgt spid="9"/>
                                        </p:tgtEl>
                                        <p:attrNameLst>
                                          <p:attrName>style.visibility</p:attrName>
                                        </p:attrNameLst>
                                      </p:cBhvr>
                                      <p:to>
                                        <p:strVal val="visible"/>
                                      </p:to>
                                    </p:set>
                                    <p:anim calcmode="lin" valueType="num">
                                      <p:cBhvr additive="base">
                                        <p:cTn id="60" dur="500" fill="hold"/>
                                        <p:tgtEl>
                                          <p:spTgt spid="9"/>
                                        </p:tgtEl>
                                        <p:attrNameLst>
                                          <p:attrName>ppt_x</p:attrName>
                                        </p:attrNameLst>
                                      </p:cBhvr>
                                      <p:tavLst>
                                        <p:tav tm="0">
                                          <p:val>
                                            <p:strVal val="#ppt_x"/>
                                          </p:val>
                                        </p:tav>
                                        <p:tav tm="100000">
                                          <p:val>
                                            <p:strVal val="#ppt_x"/>
                                          </p:val>
                                        </p:tav>
                                      </p:tavLst>
                                    </p:anim>
                                    <p:anim calcmode="lin" valueType="num">
                                      <p:cBhvr additive="base">
                                        <p:cTn id="61"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2" presetClass="entr" presetSubtype="2" fill="hold" nodeType="clickEffect">
                                  <p:stCondLst>
                                    <p:cond delay="0"/>
                                  </p:stCondLst>
                                  <p:childTnLst>
                                    <p:set>
                                      <p:cBhvr>
                                        <p:cTn id="65" dur="1" fill="hold">
                                          <p:stCondLst>
                                            <p:cond delay="0"/>
                                          </p:stCondLst>
                                        </p:cTn>
                                        <p:tgtEl>
                                          <p:spTgt spid="8"/>
                                        </p:tgtEl>
                                        <p:attrNameLst>
                                          <p:attrName>style.visibility</p:attrName>
                                        </p:attrNameLst>
                                      </p:cBhvr>
                                      <p:to>
                                        <p:strVal val="visible"/>
                                      </p:to>
                                    </p:set>
                                    <p:anim calcmode="lin" valueType="num">
                                      <p:cBhvr additive="base">
                                        <p:cTn id="66" dur="500" fill="hold"/>
                                        <p:tgtEl>
                                          <p:spTgt spid="8"/>
                                        </p:tgtEl>
                                        <p:attrNameLst>
                                          <p:attrName>ppt_x</p:attrName>
                                        </p:attrNameLst>
                                      </p:cBhvr>
                                      <p:tavLst>
                                        <p:tav tm="0">
                                          <p:val>
                                            <p:strVal val="1+#ppt_w/2"/>
                                          </p:val>
                                        </p:tav>
                                        <p:tav tm="100000">
                                          <p:val>
                                            <p:strVal val="#ppt_x"/>
                                          </p:val>
                                        </p:tav>
                                      </p:tavLst>
                                    </p:anim>
                                    <p:anim calcmode="lin" valueType="num">
                                      <p:cBhvr additive="base">
                                        <p:cTn id="67"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 presetClass="exit" presetSubtype="0" fill="hold" nodeType="clickEffect">
                                  <p:stCondLst>
                                    <p:cond delay="0"/>
                                  </p:stCondLst>
                                  <p:childTnLst>
                                    <p:set>
                                      <p:cBhvr>
                                        <p:cTn id="71" dur="1" fill="hold">
                                          <p:stCondLst>
                                            <p:cond delay="0"/>
                                          </p:stCondLst>
                                        </p:cTn>
                                        <p:tgtEl>
                                          <p:spTgt spid="8"/>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9"/>
                                        </p:tgtEl>
                                        <p:attrNameLst>
                                          <p:attrName>style.visibility</p:attrName>
                                        </p:attrNameLst>
                                      </p:cBhvr>
                                      <p:to>
                                        <p:strVal val="hidden"/>
                                      </p:to>
                                    </p:set>
                                  </p:childTnLst>
                                </p:cTn>
                              </p:par>
                              <p:par>
                                <p:cTn id="74" presetID="2" presetClass="entr" presetSubtype="2" fill="hold" nodeType="withEffect">
                                  <p:stCondLst>
                                    <p:cond delay="0"/>
                                  </p:stCondLst>
                                  <p:childTnLst>
                                    <p:set>
                                      <p:cBhvr>
                                        <p:cTn id="75" dur="1" fill="hold">
                                          <p:stCondLst>
                                            <p:cond delay="0"/>
                                          </p:stCondLst>
                                        </p:cTn>
                                        <p:tgtEl>
                                          <p:spTgt spid="11"/>
                                        </p:tgtEl>
                                        <p:attrNameLst>
                                          <p:attrName>style.visibility</p:attrName>
                                        </p:attrNameLst>
                                      </p:cBhvr>
                                      <p:to>
                                        <p:strVal val="visible"/>
                                      </p:to>
                                    </p:set>
                                    <p:anim calcmode="lin" valueType="num">
                                      <p:cBhvr additive="base">
                                        <p:cTn id="76" dur="500" fill="hold"/>
                                        <p:tgtEl>
                                          <p:spTgt spid="11"/>
                                        </p:tgtEl>
                                        <p:attrNameLst>
                                          <p:attrName>ppt_x</p:attrName>
                                        </p:attrNameLst>
                                      </p:cBhvr>
                                      <p:tavLst>
                                        <p:tav tm="0">
                                          <p:val>
                                            <p:strVal val="1+#ppt_w/2"/>
                                          </p:val>
                                        </p:tav>
                                        <p:tav tm="100000">
                                          <p:val>
                                            <p:strVal val="#ppt_x"/>
                                          </p:val>
                                        </p:tav>
                                      </p:tavLst>
                                    </p:anim>
                                    <p:anim calcmode="lin" valueType="num">
                                      <p:cBhvr additive="base">
                                        <p:cTn id="77" dur="500" fill="hold"/>
                                        <p:tgtEl>
                                          <p:spTgt spid="11"/>
                                        </p:tgtEl>
                                        <p:attrNameLst>
                                          <p:attrName>ppt_y</p:attrName>
                                        </p:attrNameLst>
                                      </p:cBhvr>
                                      <p:tavLst>
                                        <p:tav tm="0">
                                          <p:val>
                                            <p:strVal val="#ppt_y"/>
                                          </p:val>
                                        </p:tav>
                                        <p:tav tm="100000">
                                          <p:val>
                                            <p:strVal val="#ppt_y"/>
                                          </p:val>
                                        </p:tav>
                                      </p:tavLst>
                                    </p:anim>
                                  </p:childTnLst>
                                </p:cTn>
                              </p:par>
                              <p:par>
                                <p:cTn id="78" presetID="2" presetClass="entr" presetSubtype="2" fill="hold" nodeType="withEffect">
                                  <p:stCondLst>
                                    <p:cond delay="0"/>
                                  </p:stCondLst>
                                  <p:childTnLst>
                                    <p:set>
                                      <p:cBhvr>
                                        <p:cTn id="79" dur="1" fill="hold">
                                          <p:stCondLst>
                                            <p:cond delay="0"/>
                                          </p:stCondLst>
                                        </p:cTn>
                                        <p:tgtEl>
                                          <p:spTgt spid="10"/>
                                        </p:tgtEl>
                                        <p:attrNameLst>
                                          <p:attrName>style.visibility</p:attrName>
                                        </p:attrNameLst>
                                      </p:cBhvr>
                                      <p:to>
                                        <p:strVal val="visible"/>
                                      </p:to>
                                    </p:set>
                                    <p:anim calcmode="lin" valueType="num">
                                      <p:cBhvr additive="base">
                                        <p:cTn id="80" dur="500" fill="hold"/>
                                        <p:tgtEl>
                                          <p:spTgt spid="10"/>
                                        </p:tgtEl>
                                        <p:attrNameLst>
                                          <p:attrName>ppt_x</p:attrName>
                                        </p:attrNameLst>
                                      </p:cBhvr>
                                      <p:tavLst>
                                        <p:tav tm="0">
                                          <p:val>
                                            <p:strVal val="1+#ppt_w/2"/>
                                          </p:val>
                                        </p:tav>
                                        <p:tav tm="100000">
                                          <p:val>
                                            <p:strVal val="#ppt_x"/>
                                          </p:val>
                                        </p:tav>
                                      </p:tavLst>
                                    </p:anim>
                                    <p:anim calcmode="lin" valueType="num">
                                      <p:cBhvr additive="base">
                                        <p:cTn id="81"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dirty="0"/>
              <a:t>Core</a:t>
            </a:r>
            <a:r>
              <a:rPr lang="en-US"/>
              <a:t>: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vert="horz" lIns="91440" tIns="45720" rIns="91440" bIns="45720" rtlCol="0" anchor="t">
            <a:normAutofit/>
          </a:bodyPr>
          <a:lstStyle/>
          <a:p>
            <a:r>
              <a:rPr lang="en-US" dirty="0"/>
              <a:t>In community, we learned about, well, our community.</a:t>
            </a:r>
          </a:p>
          <a:p>
            <a:r>
              <a:rPr lang="en-US" dirty="0"/>
              <a:t>While not inherently a skill: </a:t>
            </a:r>
          </a:p>
          <a:p>
            <a:pPr lvl="1"/>
            <a:r>
              <a:rPr lang="en-US" dirty="0"/>
              <a:t>I learned more about the greater Houston area</a:t>
            </a:r>
          </a:p>
          <a:p>
            <a:pPr lvl="1"/>
            <a:r>
              <a:rPr lang="en-US" dirty="0"/>
              <a:t>I made a nice slideshow about Charlie Serbia called “who am you”</a:t>
            </a:r>
          </a:p>
          <a:p>
            <a:r>
              <a:rPr lang="en-US"/>
              <a:t>We also worked on a pamphlet about our area. One of the parts I did was about cypress (not the tree)</a:t>
            </a:r>
            <a:endParaRPr lang="en-US" dirty="0"/>
          </a:p>
          <a:p>
            <a:pPr lvl="1"/>
            <a:r>
              <a:rPr lang="en-US" dirty="0"/>
              <a:t>I </a:t>
            </a:r>
            <a:r>
              <a:rPr lang="en-US" dirty="0" err="1"/>
              <a:t>didin't</a:t>
            </a:r>
            <a:r>
              <a:rPr lang="en-US" dirty="0"/>
              <a:t> finish it, but I started on one about the ship </a:t>
            </a:r>
            <a:r>
              <a:rPr lang="en-US" dirty="0" err="1"/>
              <a:t>channell</a:t>
            </a:r>
            <a:r>
              <a:rPr lang="en-US" dirty="0"/>
              <a:t>, which just flowed on in!</a:t>
            </a:r>
          </a:p>
          <a:p>
            <a:r>
              <a:rPr lang="en-US" dirty="0"/>
              <a:t>As for how I’d use it, well, it just helps to know what’s around you so you can actually do things. Basically, less “use it” and more “add more things to use skills on”</a:t>
            </a:r>
          </a:p>
        </p:txBody>
      </p:sp>
      <p:pic>
        <p:nvPicPr>
          <p:cNvPr id="4" name="Picture 3" descr="A screenshot of a computer&#10;&#10;AI-generated content may be incorrect.">
            <a:extLst>
              <a:ext uri="{FF2B5EF4-FFF2-40B4-BE49-F238E27FC236}">
                <a16:creationId xmlns:a16="http://schemas.microsoft.com/office/drawing/2014/main" id="{239A0962-7E72-4B34-0F53-82426DD95215}"/>
              </a:ext>
            </a:extLst>
          </p:cNvPr>
          <p:cNvPicPr>
            <a:picLocks noChangeAspect="1"/>
          </p:cNvPicPr>
          <p:nvPr/>
        </p:nvPicPr>
        <p:blipFill>
          <a:blip r:embed="rId3"/>
          <a:stretch>
            <a:fillRect/>
          </a:stretch>
        </p:blipFill>
        <p:spPr>
          <a:xfrm>
            <a:off x="8941027" y="1716542"/>
            <a:ext cx="2452461" cy="1617889"/>
          </a:xfrm>
          <a:prstGeom prst="rect">
            <a:avLst/>
          </a:prstGeom>
        </p:spPr>
      </p:pic>
      <p:pic>
        <p:nvPicPr>
          <p:cNvPr id="5" name="Picture 4" descr="A purple background with white text&#10;&#10;AI-generated content may be incorrect.">
            <a:extLst>
              <a:ext uri="{FF2B5EF4-FFF2-40B4-BE49-F238E27FC236}">
                <a16:creationId xmlns:a16="http://schemas.microsoft.com/office/drawing/2014/main" id="{7387F6A9-EF4E-32F1-1457-20419E787273}"/>
              </a:ext>
            </a:extLst>
          </p:cNvPr>
          <p:cNvPicPr>
            <a:picLocks noChangeAspect="1"/>
          </p:cNvPicPr>
          <p:nvPr/>
        </p:nvPicPr>
        <p:blipFill>
          <a:blip r:embed="rId4"/>
          <a:stretch>
            <a:fillRect/>
          </a:stretch>
        </p:blipFill>
        <p:spPr>
          <a:xfrm>
            <a:off x="4421414" y="179614"/>
            <a:ext cx="3770086" cy="910772"/>
          </a:xfrm>
          <a:prstGeom prst="rect">
            <a:avLst/>
          </a:prstGeom>
        </p:spPr>
      </p:pic>
      <p:pic>
        <p:nvPicPr>
          <p:cNvPr id="7" name="Picture 6" descr="A screenshot of a cell phone&#10;&#10;AI-generated content may be incorrect.">
            <a:extLst>
              <a:ext uri="{FF2B5EF4-FFF2-40B4-BE49-F238E27FC236}">
                <a16:creationId xmlns:a16="http://schemas.microsoft.com/office/drawing/2014/main" id="{C8BE3EA2-3B10-6F4F-35B6-0F2EF51D5485}"/>
              </a:ext>
            </a:extLst>
          </p:cNvPr>
          <p:cNvPicPr>
            <a:picLocks noChangeAspect="1"/>
          </p:cNvPicPr>
          <p:nvPr/>
        </p:nvPicPr>
        <p:blipFill>
          <a:blip r:embed="rId5"/>
          <a:stretch>
            <a:fillRect/>
          </a:stretch>
        </p:blipFill>
        <p:spPr>
          <a:xfrm>
            <a:off x="1587" y="176893"/>
            <a:ext cx="4242255" cy="1808843"/>
          </a:xfrm>
          <a:prstGeom prst="rect">
            <a:avLst/>
          </a:prstGeom>
        </p:spPr>
      </p:pic>
    </p:spTree>
    <p:extLst>
      <p:ext uri="{BB962C8B-B14F-4D97-AF65-F5344CB8AC3E}">
        <p14:creationId xmlns:p14="http://schemas.microsoft.com/office/powerpoint/2010/main" val="535240141"/>
      </p:ext>
    </p:extLst>
  </p:cSld>
  <p:clrMapOvr>
    <a:masterClrMapping/>
  </p:clrMapOvr>
  <p:transition spd="slow">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dirty="0"/>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dirty="0"/>
              <a:t>Well, while there where many good </a:t>
            </a:r>
            <a:r>
              <a:rPr lang="en-US" dirty="0" err="1"/>
              <a:t>memorys</a:t>
            </a:r>
            <a:r>
              <a:rPr lang="en-US" dirty="0"/>
              <a:t>, I think one of my favorites had to have been some of the discussions we had about Data, specifically the fact that he does have emotions, contrary to his own </a:t>
            </a:r>
            <a:r>
              <a:rPr lang="en-US"/>
              <a:t>statments</a:t>
            </a:r>
            <a:endParaRPr lang="en-US" dirty="0"/>
          </a:p>
        </p:txBody>
      </p:sp>
    </p:spTree>
    <p:extLst>
      <p:ext uri="{BB962C8B-B14F-4D97-AF65-F5344CB8AC3E}">
        <p14:creationId xmlns:p14="http://schemas.microsoft.com/office/powerpoint/2010/main" val="1829906075"/>
      </p:ext>
    </p:extLst>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dirty="0"/>
          </a:p>
          <a:p>
            <a:pPr marL="0" indent="0">
              <a:buNone/>
            </a:pPr>
            <a:r>
              <a:rPr lang="en-US" dirty="0"/>
              <a:t>That is my "dynamic file path" system. There's no easy way  show an image of </a:t>
            </a:r>
            <a:r>
              <a:rPr lang="en-US"/>
              <a:t>it, but long story short basically it allows </a:t>
            </a:r>
            <a:r>
              <a:rPr lang="en-US" dirty="0"/>
              <a:t>saving a file within the inside of a programs folder structure.</a:t>
            </a:r>
          </a:p>
          <a:p>
            <a:pPr marL="0" indent="0">
              <a:buNone/>
            </a:pPr>
            <a:r>
              <a:rPr lang="en-US"/>
              <a:t> </a:t>
            </a:r>
            <a:endParaRPr lang="en-US" dirty="0"/>
          </a:p>
        </p:txBody>
      </p:sp>
    </p:spTree>
    <p:extLst>
      <p:ext uri="{BB962C8B-B14F-4D97-AF65-F5344CB8AC3E}">
        <p14:creationId xmlns:p14="http://schemas.microsoft.com/office/powerpoint/2010/main" val="394541520"/>
      </p:ext>
    </p:extLst>
  </p:cSld>
  <p:clrMapOvr>
    <a:masterClrMapping/>
  </p:clrMapOvr>
  <mc:AlternateContent xmlns:mc="http://schemas.openxmlformats.org/markup-compatibility/2006">
    <mc:Choice xmlns:p14="http://schemas.microsoft.com/office/powerpoint/2010/main" Requires="p14">
      <p:transition p14:dur="100">
        <p:cut/>
      </p:transition>
    </mc:Choice>
    <mc:Fallback>
      <p:transition>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xmlns="">
          <p:pic>
            <p:nvPicPr>
              <p:cNvPr id="5" name="Ink 4">
                <a:extLst>
                  <a:ext uri="{FF2B5EF4-FFF2-40B4-BE49-F238E27FC236}">
                    <a16:creationId xmlns:a16="http://schemas.microsoft.com/office/drawing/2014/main" id="{757EC4C2-30F1-69FF-4C46-86AF837196B1}"/>
                  </a:ext>
                </a:extLst>
              </p:cNvPr>
              <p:cNvPicPr/>
              <p:nvPr/>
            </p:nvPicPr>
            <p:blipFill>
              <a:blip r:embed="rId3"/>
              <a:stretch>
                <a:fillRect/>
              </a:stretch>
            </p:blipFill>
            <p:spPr>
              <a:xfrm>
                <a:off x="1796293" y="1424452"/>
                <a:ext cx="1405882" cy="93464"/>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763814" y="582385"/>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2" name="TextBox 1">
            <a:extLst>
              <a:ext uri="{FF2B5EF4-FFF2-40B4-BE49-F238E27FC236}">
                <a16:creationId xmlns:a16="http://schemas.microsoft.com/office/drawing/2014/main" id="{CEB79FAF-285C-B18F-6774-DF3457199FCE}"/>
              </a:ext>
            </a:extLst>
          </p:cNvPr>
          <p:cNvSpPr txBox="1"/>
          <p:nvPr/>
        </p:nvSpPr>
        <p:spPr>
          <a:xfrm>
            <a:off x="772583" y="1566333"/>
            <a:ext cx="60219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The End</a:t>
            </a:r>
          </a:p>
        </p:txBody>
      </p:sp>
      <p:sp>
        <p:nvSpPr>
          <p:cNvPr id="3" name="TextBox 2">
            <a:extLst>
              <a:ext uri="{FF2B5EF4-FFF2-40B4-BE49-F238E27FC236}">
                <a16:creationId xmlns:a16="http://schemas.microsoft.com/office/drawing/2014/main" id="{C97490C5-02DB-8C68-FD24-F2396E20873C}"/>
              </a:ext>
            </a:extLst>
          </p:cNvPr>
          <p:cNvSpPr txBox="1"/>
          <p:nvPr/>
        </p:nvSpPr>
        <p:spPr>
          <a:xfrm>
            <a:off x="765325" y="2059817"/>
            <a:ext cx="208128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Fooled </a:t>
            </a:r>
            <a:r>
              <a:rPr lang="en-US" dirty="0" err="1"/>
              <a:t>ya</a:t>
            </a:r>
            <a:r>
              <a:rPr lang="en-US" dirty="0"/>
              <a:t>!</a:t>
            </a:r>
          </a:p>
        </p:txBody>
      </p:sp>
      <p:sp>
        <p:nvSpPr>
          <p:cNvPr id="8" name="TextBox 7">
            <a:extLst>
              <a:ext uri="{FF2B5EF4-FFF2-40B4-BE49-F238E27FC236}">
                <a16:creationId xmlns:a16="http://schemas.microsoft.com/office/drawing/2014/main" id="{1DC97F59-AFB0-CCFF-08D4-BE0394F1A3E9}"/>
              </a:ext>
            </a:extLst>
          </p:cNvPr>
          <p:cNvSpPr txBox="1"/>
          <p:nvPr/>
        </p:nvSpPr>
        <p:spPr>
          <a:xfrm>
            <a:off x="761396" y="2428119"/>
            <a:ext cx="35653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Thanks for watching!</a:t>
            </a:r>
          </a:p>
        </p:txBody>
      </p:sp>
      <p:sp>
        <p:nvSpPr>
          <p:cNvPr id="9" name="TextBox 8">
            <a:extLst>
              <a:ext uri="{FF2B5EF4-FFF2-40B4-BE49-F238E27FC236}">
                <a16:creationId xmlns:a16="http://schemas.microsoft.com/office/drawing/2014/main" id="{0B89CE64-C45D-434C-8FE2-7373EB98BE66}"/>
              </a:ext>
            </a:extLst>
          </p:cNvPr>
          <p:cNvSpPr txBox="1"/>
          <p:nvPr/>
        </p:nvSpPr>
        <p:spPr>
          <a:xfrm>
            <a:off x="774700" y="3035904"/>
            <a:ext cx="402227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Now, for </a:t>
            </a:r>
            <a:r>
              <a:rPr lang="en-US" dirty="0" err="1"/>
              <a:t>reall</a:t>
            </a:r>
            <a:r>
              <a:rPr lang="en-US" dirty="0"/>
              <a:t> this time:</a:t>
            </a:r>
            <a:br>
              <a:rPr lang="en-US" dirty="0"/>
            </a:br>
            <a:r>
              <a:rPr lang="en-US" dirty="0"/>
              <a:t>The end!</a:t>
            </a:r>
          </a:p>
        </p:txBody>
      </p:sp>
      <p:sp>
        <p:nvSpPr>
          <p:cNvPr id="10" name="TextBox 9">
            <a:extLst>
              <a:ext uri="{FF2B5EF4-FFF2-40B4-BE49-F238E27FC236}">
                <a16:creationId xmlns:a16="http://schemas.microsoft.com/office/drawing/2014/main" id="{6E0B117B-22F6-84D8-A97C-EA05E52160D0}"/>
              </a:ext>
            </a:extLst>
          </p:cNvPr>
          <p:cNvSpPr txBox="1"/>
          <p:nvPr/>
        </p:nvSpPr>
        <p:spPr>
          <a:xfrm>
            <a:off x="1745039" y="1566331"/>
            <a:ext cx="390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p>
        </p:txBody>
      </p:sp>
    </p:spTree>
    <p:extLst>
      <p:ext uri="{BB962C8B-B14F-4D97-AF65-F5344CB8AC3E}">
        <p14:creationId xmlns:p14="http://schemas.microsoft.com/office/powerpoint/2010/main" val="4115919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25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445</TotalTime>
  <Words>268</Words>
  <Application>Microsoft Office PowerPoint</Application>
  <PresentationFormat>Widescreen</PresentationFormat>
  <Paragraphs>34</Paragraphs>
  <Slides>6</Slides>
  <Notes>3</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lastModifiedBy>Charlie Hatch</cp:lastModifiedBy>
  <cp:revision>256</cp:revision>
  <dcterms:created xsi:type="dcterms:W3CDTF">2026-06-10T15:46:05Z</dcterms:created>
  <dcterms:modified xsi:type="dcterms:W3CDTF">2026-06-23T17:27:25Z</dcterms:modified>
</cp:coreProperties>
</file>