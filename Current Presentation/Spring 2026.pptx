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55" dt="2026-06-22T15:32:01.3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EE618-B0C2-B471-2E78-A560436DA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71AC3-F161-A9D9-01DF-6E4CFCB54B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35252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66</cp:revision>
  <dcterms:created xsi:type="dcterms:W3CDTF">2026-06-10T15:46:05Z</dcterms:created>
  <dcterms:modified xsi:type="dcterms:W3CDTF">2026-06-22T15:32:07Z</dcterms:modified>
</cp:coreProperties>
</file>