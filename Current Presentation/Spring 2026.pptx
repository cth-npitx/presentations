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4"/>
  </p:notesMasterIdLst>
  <p:sldIdLst>
    <p:sldId id="260" r:id="rId2"/>
    <p:sldId id="261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100" d="100"/>
          <a:sy n="100" d="100"/>
        </p:scale>
        <p:origin x="-42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15T16:24:39.14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24575,'0'0'-8191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FAFE299-D31D-47C2-B46C-C3B1749D6A86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BBF2809-F272-465C-B573-2DAF6CD206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41041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After third debugging, say the “those are my 3” joke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BF2809-F272-465C-B573-2DAF6CD206A2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77850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1600" y="1803405"/>
            <a:ext cx="9448800" cy="1825096"/>
          </a:xfrm>
        </p:spPr>
        <p:txBody>
          <a:bodyPr anchor="b">
            <a:normAutofit/>
          </a:bodyPr>
          <a:lstStyle>
            <a:lvl1pPr algn="l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632201"/>
            <a:ext cx="9448800" cy="685800"/>
          </a:xfrm>
        </p:spPr>
        <p:txBody>
          <a:bodyPr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09561" y="4314328"/>
            <a:ext cx="2910840" cy="374642"/>
          </a:xfrm>
        </p:spPr>
        <p:txBody>
          <a:bodyPr/>
          <a:lstStyle/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371600" y="4323845"/>
            <a:ext cx="64008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77200" y="1430866"/>
            <a:ext cx="2743200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64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35461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3"/>
            <a:ext cx="10820399" cy="2801935"/>
          </a:xfrm>
        </p:spPr>
        <p:txBody>
          <a:bodyPr anchor="b">
            <a:normAutofit/>
          </a:bodyPr>
          <a:lstStyle>
            <a:lvl1pPr algn="r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467" y="3641725"/>
            <a:ext cx="10490200" cy="955675"/>
          </a:xfrm>
        </p:spPr>
        <p:txBody>
          <a:bodyPr>
            <a:normAutofit/>
          </a:bodyPr>
          <a:lstStyle>
            <a:lvl1pPr marL="0" indent="0" algn="r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1"/>
            <a:ext cx="6991492" cy="36406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12631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2194559"/>
            <a:ext cx="5334000" cy="40241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194559"/>
            <a:ext cx="5334000" cy="40241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19847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600" cy="1295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4409" y="2183802"/>
            <a:ext cx="5079991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0" y="3132666"/>
            <a:ext cx="5311775" cy="30860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0" y="2183802"/>
            <a:ext cx="5105400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132666"/>
            <a:ext cx="5334000" cy="30860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73264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79644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63286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411480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95582" y="746759"/>
            <a:ext cx="6510618" cy="5471925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411480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93413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687324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861238" y="751241"/>
            <a:ext cx="3644962" cy="5467443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687324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37617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77" y="4697360"/>
            <a:ext cx="10822034" cy="81935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1727" y="941439"/>
            <a:ext cx="10821840" cy="3478161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5516715"/>
            <a:ext cx="10820400" cy="701969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77022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2"/>
            <a:ext cx="10820400" cy="2802467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9133"/>
            <a:ext cx="10130516" cy="999067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426697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67" y="753533"/>
            <a:ext cx="10151533" cy="2604495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303865" y="3365556"/>
            <a:ext cx="9592736" cy="4444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959862"/>
            <a:ext cx="10151533" cy="679871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476250" y="93345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84230" y="270129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9117346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95" y="1124701"/>
            <a:ext cx="10146186" cy="251183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8315"/>
            <a:ext cx="10144654" cy="999885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78883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8883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053529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2895600" y="761999"/>
            <a:ext cx="8610599" cy="130386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85800" y="2202080"/>
            <a:ext cx="3456432" cy="617320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5799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68800" y="2201333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366858" y="2904067"/>
            <a:ext cx="3456432" cy="331461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51800" y="2192866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8051801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89510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599" cy="1295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8618" y="4191000"/>
            <a:ext cx="3451582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8618" y="2362200"/>
            <a:ext cx="3451582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8618" y="4873764"/>
            <a:ext cx="3451582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74263" y="4191000"/>
            <a:ext cx="3448935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374263" y="2362200"/>
            <a:ext cx="3448936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374264" y="4873763"/>
            <a:ext cx="344893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49731" y="4191000"/>
            <a:ext cx="3456469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49855" y="2362200"/>
            <a:ext cx="3447878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8049731" y="4873761"/>
            <a:ext cx="345244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621249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2194559"/>
            <a:ext cx="10820400" cy="40241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364843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48800" y="745066"/>
            <a:ext cx="2057400" cy="3903133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24466" y="745067"/>
            <a:ext cx="8204201" cy="390313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79941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0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86966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TOP.png"/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2194560"/>
            <a:ext cx="10820400" cy="40241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159640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r" defTabSz="914400" rtl="0" eaLnBrk="1" latinLnBrk="0" hangingPunct="1">
        <a:lnSpc>
          <a:spcPct val="90000"/>
        </a:lnSpc>
        <a:spcBef>
          <a:spcPct val="0"/>
        </a:spcBef>
        <a:buNone/>
        <a:defRPr sz="40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071FAF-C6B0-38AC-9F95-1D6B0F02C1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E67BC7-8656-F7ED-1039-66F678C88F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771649"/>
            <a:ext cx="9144000" cy="1738313"/>
          </a:xfrm>
        </p:spPr>
        <p:txBody>
          <a:bodyPr>
            <a:normAutofit fontScale="90000"/>
          </a:bodyPr>
          <a:lstStyle/>
          <a:p>
            <a:r>
              <a:rPr lang="en-US" dirty="0"/>
              <a:t>Charlie’s</a:t>
            </a:r>
            <a:br>
              <a:rPr lang="en-US" dirty="0"/>
            </a:br>
            <a:r>
              <a:rPr lang="en-US" dirty="0"/>
              <a:t>Spring Term Presentation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3A43815D-8181-84B3-7647-DDD66602B421}"/>
              </a:ext>
            </a:extLst>
          </p:cNvPr>
          <p:cNvSpPr txBox="1">
            <a:spLocks/>
          </p:cNvSpPr>
          <p:nvPr/>
        </p:nvSpPr>
        <p:spPr>
          <a:xfrm>
            <a:off x="5076728" y="4032504"/>
            <a:ext cx="1167384" cy="43046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Charlie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4AA1E5B6-F66B-5C77-EE50-BF9E9417468A}"/>
              </a:ext>
            </a:extLst>
          </p:cNvPr>
          <p:cNvSpPr txBox="1">
            <a:spLocks/>
          </p:cNvSpPr>
          <p:nvPr/>
        </p:nvSpPr>
        <p:spPr>
          <a:xfrm>
            <a:off x="6075904" y="4032504"/>
            <a:ext cx="1021080" cy="43046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Hatch</a:t>
            </a:r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80C038D9-E5C4-4AAC-F408-A2AC791A02D6}"/>
              </a:ext>
            </a:extLst>
          </p:cNvPr>
          <p:cNvSpPr txBox="1">
            <a:spLocks/>
          </p:cNvSpPr>
          <p:nvPr/>
        </p:nvSpPr>
        <p:spPr>
          <a:xfrm>
            <a:off x="5707948" y="3628503"/>
            <a:ext cx="573024" cy="43046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b="1" dirty="0"/>
              <a:t>B</a:t>
            </a:r>
          </a:p>
        </p:txBody>
      </p:sp>
      <p:sp>
        <p:nvSpPr>
          <p:cNvPr id="17" name="Subtitle 2">
            <a:extLst>
              <a:ext uri="{FF2B5EF4-FFF2-40B4-BE49-F238E27FC236}">
                <a16:creationId xmlns:a16="http://schemas.microsoft.com/office/drawing/2014/main" id="{D77FA4EE-35F5-0F5A-3208-8DFF3CE03759}"/>
              </a:ext>
            </a:extLst>
          </p:cNvPr>
          <p:cNvSpPr txBox="1">
            <a:spLocks/>
          </p:cNvSpPr>
          <p:nvPr/>
        </p:nvSpPr>
        <p:spPr>
          <a:xfrm>
            <a:off x="5897312" y="3602038"/>
            <a:ext cx="573024" cy="43046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b="1" dirty="0"/>
              <a:t>y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B871843D-0883-EB06-DA3D-9EBA602F3080}"/>
                  </a:ext>
                </a:extLst>
              </p14:cNvPr>
              <p14:cNvContentPartPr/>
              <p14:nvPr/>
            </p14:nvContentPartPr>
            <p14:xfrm>
              <a:off x="1133175" y="3095550"/>
              <a:ext cx="360" cy="36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B871843D-0883-EB06-DA3D-9EBA602F3080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127055" y="3089430"/>
                <a:ext cx="12600" cy="12600"/>
              </a:xfrm>
              <a:prstGeom prst="rect">
                <a:avLst/>
              </a:prstGeom>
            </p:spPr>
          </p:pic>
        </mc:Fallback>
      </mc:AlternateContent>
      <p:sp>
        <p:nvSpPr>
          <p:cNvPr id="11" name="Conector recto 10">
            <a:extLst>
              <a:ext uri="{FF2B5EF4-FFF2-40B4-BE49-F238E27FC236}">
                <a16:creationId xmlns:a16="http://schemas.microsoft.com/office/drawing/2014/main" id="{AD1FF79A-F404-4C13-8BEE-2D19D60C99B5}"/>
              </a:ext>
            </a:extLst>
          </p:cNvPr>
          <p:cNvSpPr/>
          <p:nvPr/>
        </p:nvSpPr>
        <p:spPr>
          <a:xfrm rot="6812815">
            <a:off x="85360" y="5232600"/>
            <a:ext cx="1097280" cy="0"/>
          </a:xfrm>
          <a:prstGeom prst="line">
            <a:avLst/>
          </a:prstGeom>
          <a:solidFill>
            <a:srgbClr val="000000">
              <a:alpha val="5000"/>
            </a:srgbClr>
          </a:solidFill>
          <a:ln w="126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wrap="none" rtlCol="0" anchor="ctr" anchorCtr="1"/>
          <a:lstStyle/>
          <a:p>
            <a:endParaRPr lang="en-US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73281182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Abs val="7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2101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251"/>
                            </p:stCondLst>
                            <p:childTnLst>
                              <p:par>
                                <p:cTn id="11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1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1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1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1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1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1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1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1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1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8" grpId="0"/>
      <p:bldP spid="10" grpId="0"/>
      <p:bldP spid="16" grpId="0"/>
      <p:bldP spid="17" grpId="0"/>
      <p:bldP spid="11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BE40B0-7AFB-B285-5066-7B441A27BF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Tech: Advanced app-dev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080C78-579B-6737-72DA-8EFC61A29C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We worked on two things in advanced </a:t>
            </a:r>
            <a:r>
              <a:rPr lang="en-US" dirty="0" err="1"/>
              <a:t>appdev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One of the projects we worked on was the Snack Shack</a:t>
            </a:r>
          </a:p>
          <a:p>
            <a:pPr lvl="2"/>
            <a:r>
              <a:rPr lang="en-US" dirty="0"/>
              <a:t>In actuality, the most major was, as discussed by Ryan, actually databases and SQL. But I figured you have heard about that from him</a:t>
            </a:r>
          </a:p>
          <a:p>
            <a:pPr lvl="1"/>
            <a:r>
              <a:rPr lang="en-US" dirty="0"/>
              <a:t>Tasks used:</a:t>
            </a:r>
          </a:p>
          <a:p>
            <a:pPr lvl="2"/>
            <a:r>
              <a:rPr lang="en-US" dirty="0"/>
              <a:t>Debugging</a:t>
            </a:r>
          </a:p>
          <a:p>
            <a:pPr lvl="3"/>
            <a:r>
              <a:rPr lang="en-US" dirty="0"/>
              <a:t>Debugging</a:t>
            </a:r>
          </a:p>
          <a:p>
            <a:pPr lvl="3"/>
            <a:r>
              <a:rPr lang="en-US" dirty="0"/>
              <a:t>Debugging</a:t>
            </a:r>
          </a:p>
          <a:p>
            <a:pPr marL="914400" lvl="2" indent="0">
              <a:buNone/>
            </a:pPr>
            <a:r>
              <a:rPr lang="en-US" dirty="0"/>
              <a:t>Okay, in all seriousness</a:t>
            </a:r>
          </a:p>
          <a:p>
            <a:pPr lvl="2"/>
            <a:r>
              <a:rPr lang="en-US" dirty="0"/>
              <a:t>Critical Thinking</a:t>
            </a:r>
          </a:p>
          <a:p>
            <a:pPr lvl="2"/>
            <a:r>
              <a:rPr lang="en-US" dirty="0"/>
              <a:t>Trial and Error</a:t>
            </a:r>
          </a:p>
          <a:p>
            <a:pPr lvl="2"/>
            <a:endParaRPr lang="en-US" dirty="0"/>
          </a:p>
          <a:p>
            <a:pPr marL="0" indent="0">
              <a:buNone/>
            </a:pPr>
            <a:r>
              <a:rPr lang="en-US" dirty="0"/>
              <a:t>As for what I gained, it’s mostly just more knowledge, in this case about SQL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68CADBD-0D14-3E82-8FB6-6D1B2C321A8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6625"/>
            <a:ext cx="4438650" cy="279082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B92E80F-9BA9-F03F-2D1D-53D6DEDD7AF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92127" y="185574"/>
            <a:ext cx="4160595" cy="245062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601D1C5-433B-BD80-E198-A22441EEC8B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151927"/>
            <a:ext cx="4709517" cy="2790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4690963"/>
      </p:ext>
    </p:extLst>
  </p:cSld>
  <p:clrMapOvr>
    <a:masterClrMapping/>
  </p:clrMapOvr>
</p:sld>
</file>

<file path=ppt/theme/theme1.xml><?xml version="1.0" encoding="utf-8"?>
<a:theme xmlns:a="http://schemas.openxmlformats.org/drawingml/2006/main" name="Vapor Trail">
  <a:themeElements>
    <a:clrScheme name="Vapor Trail">
      <a:dk1>
        <a:sysClr val="windowText" lastClr="000000"/>
      </a:dk1>
      <a:lt1>
        <a:sysClr val="window" lastClr="FFFFFF"/>
      </a:lt1>
      <a:dk2>
        <a:srgbClr val="454545"/>
      </a:dk2>
      <a:lt2>
        <a:srgbClr val="DADADA"/>
      </a:lt2>
      <a:accent1>
        <a:srgbClr val="DF2E28"/>
      </a:accent1>
      <a:accent2>
        <a:srgbClr val="FE801A"/>
      </a:accent2>
      <a:accent3>
        <a:srgbClr val="E9BF35"/>
      </a:accent3>
      <a:accent4>
        <a:srgbClr val="81BB42"/>
      </a:accent4>
      <a:accent5>
        <a:srgbClr val="32C7A9"/>
      </a:accent5>
      <a:accent6>
        <a:srgbClr val="4A9BDC"/>
      </a:accent6>
      <a:hlink>
        <a:srgbClr val="F0532B"/>
      </a:hlink>
      <a:folHlink>
        <a:srgbClr val="F38B53"/>
      </a:folHlink>
    </a:clrScheme>
    <a:fontScheme name="Vapor Trail">
      <a:maj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Vapor Trail">
      <a:fillStyleLst>
        <a:solidFill>
          <a:schemeClr val="phClr"/>
        </a:solidFill>
        <a:gradFill rotWithShape="1">
          <a:gsLst>
            <a:gs pos="0">
              <a:schemeClr val="phClr">
                <a:tint val="69000"/>
                <a:alpha val="100000"/>
                <a:satMod val="109000"/>
                <a:lumMod val="110000"/>
              </a:schemeClr>
            </a:gs>
            <a:gs pos="52000">
              <a:schemeClr val="phClr">
                <a:tint val="74000"/>
                <a:satMod val="100000"/>
                <a:lumMod val="104000"/>
              </a:schemeClr>
            </a:gs>
            <a:gs pos="100000">
              <a:schemeClr val="phClr">
                <a:tint val="78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satMod val="100000"/>
                <a:lumMod val="104000"/>
              </a:schemeClr>
            </a:gs>
            <a:gs pos="78000">
              <a:schemeClr val="phClr">
                <a:shade val="100000"/>
                <a:satMod val="11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  <a:scene3d>
            <a:camera prst="orthographicFront">
              <a:rot lat="0" lon="0" rev="0"/>
            </a:camera>
            <a:lightRig rig="threePt" dir="t"/>
          </a:scene3d>
          <a:sp3d>
            <a:bevelT w="25400" h="12700"/>
          </a:sp3d>
        </a:effectStyle>
        <a:effectStyle>
          <a:effectLst>
            <a:outerShdw blurRad="57150" dist="19050" dir="5400000" algn="ctr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>
            <a:bevelT w="50800" h="2540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por Trail" id="{4FDF2955-7D9C-493C-B9F9-C205151B46CD}" vid="{8F31A783-2159-4870-BC29-2BA7D038EA4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Vapor Trail</Template>
  <TotalTime>282</TotalTime>
  <Words>108</Words>
  <Application>Microsoft Office PowerPoint</Application>
  <PresentationFormat>Widescreen</PresentationFormat>
  <Paragraphs>20</Paragraphs>
  <Slides>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Arial</vt:lpstr>
      <vt:lpstr>Century Gothic</vt:lpstr>
      <vt:lpstr>Vapor Trail</vt:lpstr>
      <vt:lpstr>Charlie’s Spring Term Presentation</vt:lpstr>
      <vt:lpstr>Tech: Advanced app-dev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Charlie Hatch</dc:creator>
  <cp:lastModifiedBy>Charlie Hatch</cp:lastModifiedBy>
  <cp:revision>21</cp:revision>
  <dcterms:created xsi:type="dcterms:W3CDTF">2026-06-10T15:46:05Z</dcterms:created>
  <dcterms:modified xsi:type="dcterms:W3CDTF">2026-06-17T16:21:07Z</dcterms:modified>
</cp:coreProperties>
</file>