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sldIdLst>
    <p:sldId id="260" r:id="rId2"/>
    <p:sldId id="26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8" d="100"/>
          <a:sy n="58" d="100"/>
        </p:scale>
        <p:origin x="96" y="10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8CADBD-0D14-3E82-8FB6-6D1B2C321A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625"/>
            <a:ext cx="4438650" cy="279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275</TotalTime>
  <Words>108</Words>
  <Application>Microsoft Office PowerPoint</Application>
  <PresentationFormat>Widescreen</PresentationFormat>
  <Paragraphs>20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Century Gothic</vt:lpstr>
      <vt:lpstr>Vapor Trail</vt:lpstr>
      <vt:lpstr>Charlie’s Spring Term Presentation</vt:lpstr>
      <vt:lpstr>Tech: Advanced app-dev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19</cp:revision>
  <dcterms:created xsi:type="dcterms:W3CDTF">2026-06-10T15:46:05Z</dcterms:created>
  <dcterms:modified xsi:type="dcterms:W3CDTF">2026-06-17T16:14:04Z</dcterms:modified>
</cp:coreProperties>
</file>