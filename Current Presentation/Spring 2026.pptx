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60" r:id="rId2"/>
    <p:sldId id="261" r:id="rId3"/>
    <p:sldId id="262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427</TotalTime>
  <Words>268</Words>
  <Application>Microsoft Office PowerPoint</Application>
  <PresentationFormat>Widescreen</PresentationFormat>
  <Paragraphs>34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  <vt:lpstr>Core: Community</vt:lpstr>
      <vt:lpstr>Club: star-trek club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31</cp:revision>
  <dcterms:created xsi:type="dcterms:W3CDTF">2026-06-10T15:46:05Z</dcterms:created>
  <dcterms:modified xsi:type="dcterms:W3CDTF">2026-06-20T22:22:39Z</dcterms:modified>
</cp:coreProperties>
</file>