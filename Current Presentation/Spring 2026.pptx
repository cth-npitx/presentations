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60" r:id="rId2"/>
    <p:sldId id="261" r:id="rId3"/>
    <p:sldId id="262" r:id="rId4"/>
    <p:sldId id="263" r:id="rId5"/>
    <p:sldId id="264" r:id="rId6"/>
    <p:sldId id="26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98B00B-2615-DA7F-16DD-BEDBD145F26F}" v="142" dt="2026-06-22T15:26:48.182"/>
    <p1510:client id="{B3D8BC0C-D2E7-1DB9-11BC-BCF84AD0F7D9}" v="10" dt="2026-06-23T15:35:35.9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6-22T16:59:40.3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12415 4842 16383 0 0,'0'8'0'0'0,"0"12"0"0"0,-4 7 0 0 0,-2 3 0 0 0,1 0 0 0 0,1 0 0 0 0,1-1 0 0 0,-4-2 0 0 0,1 0 0 0 0,0-1 0 0 0,1 0 0 0 0,-2 12 0 0 0,0 4 0 0 0,1 8 0 0 0,-3 16 0 0 0,-4 11 0 0 0,0 4 0 0 0,-6 6 0 0 0,0 1 0 0 0,3 3 0 0 0,0-2 0 0 0,3-2 0 0 0,4-9 0 0 0,3-12 0 0 0,2-13 0 0 0,3-12 0 0 0,1-8 0 0 0,-4-2 0 0 0,-1 4 0 0 0,0 3 0 0 0,-7 13 0 0 0,-2 10 0 0 0,1 17 0 0 0,3 12 0 0 0,4 7 0 0 0,2 5 0 0 0,2 2 0 0 0,2 1 0 0 0,0-1 0 0 0,0-9 0 0 0,1-12 0 0 0,-1-17 0 0 0,1-14 0 0 0,-1-12 0 0 0,0-5 0 0 0,0-3 0 0 0,0-3 0 0 0,0 1 0 0 0,0 1 0 0 0,0 8 0 0 0,-4 5 0 0 0,-2 9 0 0 0,-3 12 0 0 0,-1 8 0 0 0,-3 4 0 0 0,1-2 0 0 0,2-5 0 0 0,3-6 0 0 0,3-2 0 0 0,2-6 0 0 0,1-9 0 0 0,1-7 0 0 0,1-3 0 0 0,-1-3 0 0 0,1 1 0 0 0,-1-1 0 0 0,0 2 0 0 0,1 0 0 0 0,-1 2 0 0 0,0-2 0 0 0,0 3 0 0 0,0-2 0 0 0,0 1 0 0 0,0 4 0 0 0,0 2 0 0 0,0-1 0 0 0,0 0 0 0 0,0 1 0 0 0,0 3 0 0 0,0-4 0 0 0,0 0 0 0 0,0-2 0 0 0,0-1 0 0 0,0 2 0 0 0,0-2 0 0 0,0-3 0 0 0,0-4 0 0 0,0-4 0 0 0,0-1 0 0 0,0-2 0 0 0,0-1 0 0 0,0-1 0 0 0,0 5 0 0 0,-5 5 0 0 0,0 2 0 0 0,-1-1 0 0 0,2 2 0 0 0,1-2 0 0 0,-3 3 0 0 0,-1-1 0 0 0,1 2 0 0 0,2-7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6-22T16:59:40.4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9366 5821 16383 0 0,'9'4'0'0'0,"11"2"0"0"0,15-1 0 0 0,19 4 0 0 0,26 8 0 0 0,20 2 0 0 0,33 2 0 0 0,27-3 0 0 0,21-5 0 0 0,22-4 0 0 0,12-3 0 0 0,2-4 0 0 0,-4-1 0 0 0,-18-1 0 0 0,-25 3 0 0 0,-32 2 0 0 0,-32-1 0 0 0,-25 0 0 0 0,-17-1 0 0 0,9-1 0 0 0,15-1 0 0 0,14-1 0 0 0,14 0 0 0 0,18 0 0 0 0,4 0 0 0 0,-5-1 0 0 0,-21 1 0 0 0,-21 0 0 0 0,-8 0 0 0 0,3 0 0 0 0,-5 0 0 0 0,-3 0 0 0 0,-11 4 0 0 0,-16 2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6-22T16:59:40.4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15124 4577 16383 0 0,'4'0'0'0'0,"2"9"0"0"0,-1 11 0 0 0,-4 15 0 0 0,-8 19 0 0 0,-11 26 0 0 0,-11 24 0 0 0,0 35 0 0 0,0 22 0 0 0,5 23 0 0 0,7 14 0 0 0,6 4 0 0 0,5 1 0 0 0,3-7 0 0 0,3-17 0 0 0,-8-3 0 0 0,-2-7 0 0 0,1-6 0 0 0,1 12 0 0 0,2 15 0 0 0,3 22 0 0 0,1 18 0 0 0,1 13 0 0 0,1-1 0 0 0,1-7 0 0 0,-1-22 0 0 0,5-22 0 0 0,1-30 0 0 0,0-30 0 0 0,-2-33 0 0 0,-1-16 0 0 0,-1-13 0 0 0,-1-10 0 0 0,-5-2 0 0 0,-1-2 0 0 0,3-28 0 0 0,16-48 0 0 0,14-51 0 0 0,6-34 0 0 0,7-34 0 0 0,3-22 0 0 0,0-6 0 0 0,5 4 0 0 0,-2 14 0 0 0,-8 23 0 0 0,-3 24 0 0 0,-3 22 0 0 0,-7 20 0 0 0,-8 12 0 0 0,-7 6 0 0 0,-1-3 0 0 0,-3-11 0 0 0,7-17 0 0 0,0-13 0 0 0,7-17 0 0 0,4-8 0 0 0,11-16 0 0 0,-1 6 0 0 0,-3 7 0 0 0,3 5 0 0 0,-1 18 0 0 0,3 23 0 0 0,7 25 0 0 0,23 19 0 0 0,29 14 0 0 0,46 30 0 0 0,41 29 0 0 0,33 15 0 0 0,18 10 0 0 0,12 14 0 0 0,-19 0 0 0 0,-39-14 0 0 0,-30-7 0 0 0,-33-10 0 0 0,-35-7 0 0 0,-31 2 0 0 0,-22 1 0 0 0,-18 4 0 0 0,-11 14 0 0 0,-7 30 0 0 0,-5 27 0 0 0,0 27 0 0 0,-1 16 0 0 0,2 19 0 0 0,0-1 0 0 0,2 0 0 0 0,0-9 0 0 0,0-26 0 0 0,1-32 0 0 0,0-27 0 0 0,1-25 0 0 0,-1-16 0 0 0,0-9 0 0 0,-4-11 0 0 0,-2-8 0 0 0,1-3 0 0 0,0-1 0 0 0,2 0 0 0 0,-3 1 0 0 0,-1-4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6-22T16:59:40.4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19579 8073 16383 0 0,'4'5'0'0'0,"41"9"0"0"0,59 24 0 0 0,67 19 0 0 0,57 8 0 0 0,45 9 0 0 0,23-6 0 0 0,-9-12 0 0 0,-31-15 0 0 0,-43-14 0 0 0,-40-12 0 0 0,-36-9 0 0 0,-34-5 0 0 0,-29-7 0 0 0,-19-2 0 0 0,-6-9 0 0 0,-3-10 0 0 0,4-13 0 0 0,6-17 0 0 0,-2-7 0 0 0,2-6 0 0 0,-8 0 0 0 0,-12 5 0 0 0,-12-1 0 0 0,-11-2 0 0 0,-7 7 0 0 0,-4 1 0 0 0,-3-3 0 0 0,-2 2 0 0 0,-12-3 0 0 0,-17-7 0 0 0,-20-4 0 0 0,-19 2 0 0 0,-26 0 0 0 0,-11 5 0 0 0,1 8 0 0 0,10 16 0 0 0,13 6 0 0 0,8 10 0 0 0,8 9 0 0 0,7 8 0 0 0,1 2 0 0 0,-6 2 0 0 0,-13 3 0 0 0,-16 1 0 0 0,-7 2 0 0 0,-13 1 0 0 0,-17 13 0 0 0,-7 21 0 0 0,3 19 0 0 0,15 8 0 0 0,25 2 0 0 0,24 4 0 0 0,25 7 0 0 0,19 4 0 0 0,11 6 0 0 0,9 6 0 0 0,4 4 0 0 0,0 4 0 0 0,0 11 0 0 0,-3 8 0 0 0,-10 14 0 0 0,-1 20 0 0 0,-2 22 0 0 0,-2 16 0 0 0,2 10 0 0 0,6 6 0 0 0,17 2 0 0 0,30-4 0 0 0,30-7 0 0 0,18-19 0 0 0,17-19 0 0 0,12-18 0 0 0,-3-26 0 0 0,-8-26 0 0 0,-16-21 0 0 0,-13-13 0 0 0,-15-15 0 0 0,-12-6 0 0 0,-9-9 0 0 0,-10-4 0 0 0,-6-5 0 0 0,-1-6 0 0 0,1-3 0 0 0,6-4 0 0 0,3-2 0 0 0,-3 0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in first person”</a:t>
            </a:r>
          </a:p>
          <a:p>
            <a:endParaRPr lang="en-US" dirty="0"/>
          </a:p>
          <a:p>
            <a:r>
              <a:rPr lang="en-US" dirty="0"/>
              <a:t>Explain reason chose </a:t>
            </a:r>
            <a:r>
              <a:rPr lang="en-US" dirty="0" err="1"/>
              <a:t>shipchannel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</a:t>
            </a:r>
            <a:r>
              <a:rPr lang="en-US" dirty="0" err="1"/>
              <a:t>deltais</a:t>
            </a:r>
            <a:r>
              <a:rPr lang="en-US" dirty="0"/>
              <a:t> on discussions?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24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4.xml"/><Relationship Id="rId5" Type="http://schemas.openxmlformats.org/officeDocument/2006/relationships/image" Target="../media/image4.png"/><Relationship Id="rId4" Type="http://schemas.openxmlformats.org/officeDocument/2006/relationships/customXml" Target="../ink/ink3.xml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  <a:p>
            <a:r>
              <a:rPr lang="en-US" dirty="0"/>
              <a:t>As for how I’d use it, well, it just helps to know what’s around you so you can actually do things. Basically, less “use it” and more “add more things to </a:t>
            </a:r>
            <a:r>
              <a:rPr lang="en-US"/>
              <a:t>use skills on”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7E3D-DE56-CF2C-7E3E-A12305FB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star-trek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BE7FE-2E19-A9FF-90F3-B8B62D9B4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Well, while there where many good </a:t>
            </a:r>
            <a:r>
              <a:rPr lang="en-US" dirty="0" err="1"/>
              <a:t>memorys</a:t>
            </a:r>
            <a:r>
              <a:rPr lang="en-US" dirty="0"/>
              <a:t>, I think one of my favorites had to have been some of the discussions we had about Data, specifically the fact that he does have emotions, contrary to his own </a:t>
            </a:r>
            <a:r>
              <a:rPr lang="en-US"/>
              <a:t>statments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906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3B13D-4EA4-72D0-C584-F7E4962CE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70F2A-2830-597A-D03F-334F7AD6A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Well, this term wasn't that memorable, honestly. So, I'm going more with what I did that I'm most proud of.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That is my "dynamic file path" system. There's no easy way  show an image of </a:t>
            </a:r>
            <a:r>
              <a:rPr lang="en-US"/>
              <a:t>it, but long story short basically it allows </a:t>
            </a:r>
            <a:r>
              <a:rPr lang="en-US" dirty="0"/>
              <a:t>saving a file within the inside of a programs folder structure.</a:t>
            </a:r>
          </a:p>
          <a:p>
            <a:pPr marL="0" indent="0">
              <a:buNone/>
            </a:pPr>
            <a:r>
              <a:rPr lang="en-US"/>
              <a:t>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41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EDF980B-B73B-E6F1-BD42-856A30A6BE57}"/>
                  </a:ext>
                </a:extLst>
              </p14:cNvPr>
              <p14:cNvContentPartPr/>
              <p14:nvPr/>
            </p14:nvContentPartPr>
            <p14:xfrm>
              <a:off x="2722977" y="1106714"/>
              <a:ext cx="143593" cy="1788285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EDF980B-B73B-E6F1-BD42-856A30A6BE5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04983" y="1088716"/>
                <a:ext cx="179221" cy="182392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57EC4C2-30F1-69FF-4C46-86AF837196B1}"/>
                  </a:ext>
                </a:extLst>
              </p14:cNvPr>
              <p14:cNvContentPartPr/>
              <p14:nvPr/>
            </p14:nvContentPartPr>
            <p14:xfrm>
              <a:off x="1814285" y="1442357"/>
              <a:ext cx="1370258" cy="58012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57EC4C2-30F1-69FF-4C46-86AF837196B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6293" y="1424452"/>
                <a:ext cx="1405882" cy="9346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E39F47C-F515-1FC1-718E-2E6AFEA24484}"/>
                  </a:ext>
                </a:extLst>
              </p14:cNvPr>
              <p14:cNvContentPartPr/>
              <p14:nvPr/>
            </p14:nvContentPartPr>
            <p14:xfrm>
              <a:off x="3718586" y="1016000"/>
              <a:ext cx="1051290" cy="18502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E39F47C-F515-1FC1-718E-2E6AFEA2448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700597" y="998005"/>
                <a:ext cx="1086909" cy="188591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6583D680-F220-D034-D2CD-0D5E74C9B384}"/>
                  </a:ext>
                </a:extLst>
              </p14:cNvPr>
              <p14:cNvContentPartPr/>
              <p14:nvPr/>
            </p14:nvContentPartPr>
            <p14:xfrm>
              <a:off x="5315857" y="1877021"/>
              <a:ext cx="1029104" cy="130880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6583D680-F220-D034-D2CD-0D5E74C9B38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97866" y="1859023"/>
                <a:ext cx="1064727" cy="1344436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B9F7FF27-934F-61E9-623E-28E67F7A95BB}"/>
              </a:ext>
            </a:extLst>
          </p:cNvPr>
          <p:cNvSpPr txBox="1"/>
          <p:nvPr/>
        </p:nvSpPr>
        <p:spPr>
          <a:xfrm>
            <a:off x="763814" y="582385"/>
            <a:ext cx="10392937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/>
              <a:t>And now, what you have all been waiting impatiently for:</a:t>
            </a:r>
          </a:p>
        </p:txBody>
      </p:sp>
    </p:spTree>
    <p:extLst>
      <p:ext uri="{BB962C8B-B14F-4D97-AF65-F5344CB8AC3E}">
        <p14:creationId xmlns:p14="http://schemas.microsoft.com/office/powerpoint/2010/main" val="411591964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445</TotalTime>
  <Words>268</Words>
  <Application>Microsoft Office PowerPoint</Application>
  <PresentationFormat>Widescreen</PresentationFormat>
  <Paragraphs>34</Paragraphs>
  <Slides>6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Vapor Trail</vt:lpstr>
      <vt:lpstr>Charlie’s Spring Term Presentation</vt:lpstr>
      <vt:lpstr>Tech: Advanced app-dev</vt:lpstr>
      <vt:lpstr>Core: Community</vt:lpstr>
      <vt:lpstr>Club: star-trek club</vt:lpstr>
      <vt:lpstr>Favorite memory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65</cp:revision>
  <dcterms:created xsi:type="dcterms:W3CDTF">2026-06-10T15:46:05Z</dcterms:created>
  <dcterms:modified xsi:type="dcterms:W3CDTF">2026-06-23T15:35:44Z</dcterms:modified>
</cp:coreProperties>
</file>