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60" r:id="rId2"/>
    <p:sldId id="264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Century Gothic</vt:lpstr>
      <vt:lpstr>Vapor Trail</vt:lpstr>
      <vt:lpstr>Charlie’s Spring Term Presentation</vt:lpstr>
      <vt:lpstr>PowerPoint Presentation</vt:lpstr>
      <vt:lpstr>Tech: Advanced app-dev</vt:lpstr>
      <vt:lpstr>Core: Community</vt:lpstr>
      <vt:lpstr>Club: star-trek club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32</cp:revision>
  <dcterms:created xsi:type="dcterms:W3CDTF">2026-06-10T15:46:05Z</dcterms:created>
  <dcterms:modified xsi:type="dcterms:W3CDTF">2026-06-22T14:04:50Z</dcterms:modified>
</cp:coreProperties>
</file>