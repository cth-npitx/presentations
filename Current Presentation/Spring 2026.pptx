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125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9</cp:revision>
  <dcterms:created xsi:type="dcterms:W3CDTF">2026-06-10T15:46:05Z</dcterms:created>
  <dcterms:modified xsi:type="dcterms:W3CDTF">2026-06-15T17:10:58Z</dcterms:modified>
</cp:coreProperties>
</file>