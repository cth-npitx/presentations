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7EF85-AB64-80CF-6410-4C598774A0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3CCE0-4CA3-A91F-5D44-35A15C0404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</a:t>
            </a:r>
          </a:p>
          <a:p>
            <a:r>
              <a:rPr lang="en-US" dirty="0"/>
              <a:t>Charlie Hatch</a:t>
            </a:r>
          </a:p>
        </p:txBody>
      </p:sp>
    </p:spTree>
    <p:extLst>
      <p:ext uri="{BB962C8B-B14F-4D97-AF65-F5344CB8AC3E}">
        <p14:creationId xmlns:p14="http://schemas.microsoft.com/office/powerpoint/2010/main" val="245179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</cp:revision>
  <dcterms:created xsi:type="dcterms:W3CDTF">2026-06-10T15:46:05Z</dcterms:created>
  <dcterms:modified xsi:type="dcterms:W3CDTF">2026-06-10T15:47:52Z</dcterms:modified>
</cp:coreProperties>
</file>