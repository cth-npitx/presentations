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2.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60" r:id="rId2"/>
    <p:sldId id="261" r:id="rId3"/>
    <p:sldId id="262" r:id="rId4"/>
    <p:sldId id="263" r:id="rId5"/>
    <p:sldId id="264" r:id="rId6"/>
    <p:sldId id="26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42" dt="2026-06-22T15:26:48.182"/>
    <p1510:client id="{B3D8BC0C-D2E7-1DB9-11BC-BCF84AD0F7D9}" v="548" dt="2026-06-23T17:24:54.6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22T16:59:40.400"/>
    </inkml:context>
    <inkml:brush xml:id="br0">
      <inkml:brushProperty name="width" value="0.1" units="cm"/>
      <inkml:brushProperty name="height" value="0.1" units="cm"/>
    </inkml:brush>
  </inkml:definitions>
  <inkml:trace contextRef="#ctx0" brushRef="#br0">9366 5821 16383 0 0,'9'4'0'0'0,"11"2"0"0"0,15-1 0 0 0,19 4 0 0 0,26 8 0 0 0,20 2 0 0 0,33 2 0 0 0,27-3 0 0 0,21-5 0 0 0,22-4 0 0 0,12-3 0 0 0,2-4 0 0 0,-4-1 0 0 0,-18-1 0 0 0,-25 3 0 0 0,-32 2 0 0 0,-32-1 0 0 0,-25 0 0 0 0,-17-1 0 0 0,9-1 0 0 0,15-1 0 0 0,14-1 0 0 0,14 0 0 0 0,18 0 0 0 0,4 0 0 0 0,-5-1 0 0 0,-21 1 0 0 0,-21 0 0 0 0,-8 0 0 0 0,3 0 0 0 0,-5 0 0 0 0,-3 0 0 0 0,-11 4 0 0 0,-16 2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third debugging, say the “those are my 3” joke</a:t>
            </a:r>
          </a:p>
          <a:p>
            <a:pPr>
              <a:defRPr/>
            </a:pPr>
            <a:r>
              <a:rPr lang="en-US" dirty="0"/>
              <a:t>Art skills  = </a:t>
            </a:r>
            <a:r>
              <a:rPr lang="en-US" dirty="0" err="1"/>
              <a:t>purchaseing</a:t>
            </a:r>
            <a:r>
              <a:rPr lang="en-US" dirty="0"/>
              <a:t> interface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“who am you”, explain the whole “the questions where in first person”</a:t>
            </a:r>
          </a:p>
          <a:p>
            <a:endParaRPr lang="en-US" dirty="0"/>
          </a:p>
          <a:p>
            <a:r>
              <a:rPr lang="en-US" dirty="0"/>
              <a:t>Explain reason chose </a:t>
            </a:r>
            <a:r>
              <a:rPr lang="en-US" dirty="0" err="1"/>
              <a:t>shipchannel</a:t>
            </a:r>
            <a:r>
              <a:rPr lang="en-US" dirty="0"/>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t>
            </a:r>
            <a:r>
              <a:rPr lang="en-US" dirty="0" err="1"/>
              <a:t>deltais</a:t>
            </a:r>
            <a:r>
              <a:rPr lang="en-US" dirty="0"/>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001F3D3-B64E-45E5-A774-FFEE7077F3D9}"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dirty="0"/>
              <a:t>Charlie’s</a:t>
            </a:r>
            <a:br>
              <a:rPr lang="en-US" dirty="0"/>
            </a:br>
            <a:r>
              <a:rPr lang="en-US" dirty="0"/>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dirty="0"/>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vert="horz" lIns="91440" tIns="45720" rIns="91440" bIns="45720" rtlCol="0" anchor="t">
            <a:normAutofit fontScale="92500" lnSpcReduction="10000"/>
          </a:bodyPr>
          <a:lstStyle/>
          <a:p>
            <a:r>
              <a:rPr lang="en-US" dirty="0"/>
              <a:t>We worked on two things in advanced </a:t>
            </a:r>
            <a:r>
              <a:rPr lang="en-US" err="1"/>
              <a:t>appdev</a:t>
            </a:r>
            <a:r>
              <a:rPr lang="en-US" dirty="0"/>
              <a:t>.</a:t>
            </a:r>
          </a:p>
          <a:p>
            <a:pPr lvl="1"/>
            <a:r>
              <a:rPr lang="en-US" dirty="0"/>
              <a:t>One of the projects we worked on was the Snack Shack</a:t>
            </a:r>
          </a:p>
          <a:p>
            <a:pPr lvl="2"/>
            <a:r>
              <a:rPr lang="en-US" dirty="0"/>
              <a:t>In actuality, the most major was, as discussed by Ryan, actually databases and SQL. But I figured you have heard about that from him</a:t>
            </a:r>
          </a:p>
          <a:p>
            <a:pPr lvl="1"/>
            <a:r>
              <a:rPr lang="en-US" dirty="0"/>
              <a:t>Tasks used:</a:t>
            </a:r>
          </a:p>
          <a:p>
            <a:pPr lvl="2"/>
            <a:r>
              <a:rPr lang="en-US" dirty="0"/>
              <a:t>Debugging</a:t>
            </a:r>
          </a:p>
          <a:p>
            <a:pPr lvl="3"/>
            <a:r>
              <a:rPr lang="en-US" dirty="0"/>
              <a:t>Debugging</a:t>
            </a:r>
          </a:p>
          <a:p>
            <a:pPr lvl="3"/>
            <a:r>
              <a:rPr lang="en-US" dirty="0"/>
              <a:t>Debugging</a:t>
            </a:r>
          </a:p>
          <a:p>
            <a:pPr marL="914400" lvl="2" indent="0">
              <a:buNone/>
            </a:pPr>
            <a:r>
              <a:rPr lang="en-US" dirty="0"/>
              <a:t>Okay, in all seriousness</a:t>
            </a:r>
          </a:p>
          <a:p>
            <a:pPr lvl="2"/>
            <a:r>
              <a:rPr lang="en-US" dirty="0"/>
              <a:t>Critical Thinking</a:t>
            </a:r>
          </a:p>
          <a:p>
            <a:pPr lvl="2"/>
            <a:r>
              <a:rPr lang="en-US" dirty="0"/>
              <a:t>Trial and Error</a:t>
            </a:r>
          </a:p>
          <a:p>
            <a:pPr lvl="2"/>
            <a:r>
              <a:rPr lang="en-US"/>
              <a:t>"Art"</a:t>
            </a:r>
            <a:endParaRPr lang="en-US" dirty="0"/>
          </a:p>
          <a:p>
            <a:pPr lvl="2"/>
            <a:endParaRPr lang="en-US" dirty="0"/>
          </a:p>
          <a:p>
            <a:pPr marL="0" indent="0">
              <a:buNone/>
            </a:pPr>
            <a:r>
              <a:rPr lang="en-US" dirty="0"/>
              <a:t>As for what I gained, it’s mostly just more knowledge, in this case about SQL</a:t>
            </a:r>
          </a:p>
        </p:txBody>
      </p:sp>
      <p:pic>
        <p:nvPicPr>
          <p:cNvPr id="8" name="Picture 7" descr="A screenshot of a computer&#10;&#10;AI-generated content may be incorrect.">
            <a:extLst>
              <a:ext uri="{FF2B5EF4-FFF2-40B4-BE49-F238E27FC236}">
                <a16:creationId xmlns:a16="http://schemas.microsoft.com/office/drawing/2014/main" id="{CC8E914B-D6C6-9F6E-85C7-1E8D1255F3EB}"/>
              </a:ext>
            </a:extLst>
          </p:cNvPr>
          <p:cNvPicPr>
            <a:picLocks noChangeAspect="1"/>
          </p:cNvPicPr>
          <p:nvPr/>
        </p:nvPicPr>
        <p:blipFill>
          <a:blip r:embed="rId3"/>
          <a:stretch>
            <a:fillRect/>
          </a:stretch>
        </p:blipFill>
        <p:spPr>
          <a:xfrm>
            <a:off x="5128759" y="3316287"/>
            <a:ext cx="3792311" cy="2257427"/>
          </a:xfrm>
          <a:prstGeom prst="rect">
            <a:avLst/>
          </a:prstGeom>
        </p:spPr>
      </p:pic>
      <p:pic>
        <p:nvPicPr>
          <p:cNvPr id="9" name="Picture 8" descr="A screenshot of a computer error&#10;&#10;AI-generated content may be incorrect.">
            <a:extLst>
              <a:ext uri="{FF2B5EF4-FFF2-40B4-BE49-F238E27FC236}">
                <a16:creationId xmlns:a16="http://schemas.microsoft.com/office/drawing/2014/main" id="{0B528D0D-73C7-10B6-E3FB-B4A6C198227A}"/>
              </a:ext>
            </a:extLst>
          </p:cNvPr>
          <p:cNvPicPr>
            <a:picLocks noChangeAspect="1"/>
          </p:cNvPicPr>
          <p:nvPr/>
        </p:nvPicPr>
        <p:blipFill>
          <a:blip r:embed="rId4"/>
          <a:stretch>
            <a:fillRect/>
          </a:stretch>
        </p:blipFill>
        <p:spPr>
          <a:xfrm>
            <a:off x="3658507" y="3319915"/>
            <a:ext cx="1333500" cy="1190625"/>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A4FEF701-8AE1-1EA2-FC6E-32098BBEAA8B}"/>
              </a:ext>
            </a:extLst>
          </p:cNvPr>
          <p:cNvPicPr>
            <a:picLocks noChangeAspect="1"/>
          </p:cNvPicPr>
          <p:nvPr/>
        </p:nvPicPr>
        <p:blipFill>
          <a:blip r:embed="rId5"/>
          <a:stretch>
            <a:fillRect/>
          </a:stretch>
        </p:blipFill>
        <p:spPr>
          <a:xfrm>
            <a:off x="7563303" y="3318101"/>
            <a:ext cx="3386365" cy="2130425"/>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179F5C94-8C6A-C79E-9F7C-66DC9A9A306D}"/>
              </a:ext>
            </a:extLst>
          </p:cNvPr>
          <p:cNvPicPr>
            <a:picLocks noChangeAspect="1"/>
          </p:cNvPicPr>
          <p:nvPr/>
        </p:nvPicPr>
        <p:blipFill>
          <a:blip r:embed="rId6"/>
          <a:stretch>
            <a:fillRect/>
          </a:stretch>
        </p:blipFill>
        <p:spPr>
          <a:xfrm>
            <a:off x="3660774" y="3319915"/>
            <a:ext cx="3904344" cy="2256973"/>
          </a:xfrm>
          <a:prstGeom prst="rect">
            <a:avLst/>
          </a:prstGeom>
        </p:spPr>
      </p:pic>
    </p:spTree>
    <p:extLst>
      <p:ext uri="{BB962C8B-B14F-4D97-AF65-F5344CB8AC3E}">
        <p14:creationId xmlns:p14="http://schemas.microsoft.com/office/powerpoint/2010/main" val="1734690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 presetClass="entr" presetSubtype="4" fill="hold" grpId="0" nodeType="afterEffect">
                                  <p:stCondLst>
                                    <p:cond delay="50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anim calcmode="lin" valueType="num">
                                      <p:cBhvr additive="base">
                                        <p:cTn id="16"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7"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 calcmode="lin" valueType="num">
                                      <p:cBhvr additive="base">
                                        <p:cTn id="20"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 calcmode="lin" valueType="num">
                                      <p:cBhvr additive="base">
                                        <p:cTn id="24"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xEl>
                                              <p:pRg st="4" end="4"/>
                                            </p:txEl>
                                          </p:spTgt>
                                        </p:tgtEl>
                                        <p:attrNameLst>
                                          <p:attrName>style.visibility</p:attrName>
                                        </p:attrNameLst>
                                      </p:cBhvr>
                                      <p:to>
                                        <p:strVal val="visible"/>
                                      </p:to>
                                    </p:set>
                                    <p:anim calcmode="lin" valueType="num">
                                      <p:cBhvr additive="base">
                                        <p:cTn id="28"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 calcmode="lin" valueType="num">
                                      <p:cBhvr additive="base">
                                        <p:cTn id="32"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 calcmode="lin" valueType="num">
                                      <p:cBhvr additive="base">
                                        <p:cTn id="36"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8" presetID="1" presetClass="exit" presetSubtype="0" fill="hold" grpId="0" nodeType="withEffect">
                                  <p:stCondLst>
                                    <p:cond delay="0"/>
                                  </p:stCondLst>
                                  <p:childTnLst>
                                    <p:set>
                                      <p:cBhvr>
                                        <p:cTn id="39" dur="1" fill="hold">
                                          <p:stCondLst>
                                            <p:cond delay="0"/>
                                          </p:stCondLst>
                                        </p:cTn>
                                        <p:tgtEl>
                                          <p:spTgt spid="3">
                                            <p:txEl>
                                              <p:pRg st="7" end="7"/>
                                            </p:txEl>
                                          </p:spTgt>
                                        </p:tgtEl>
                                        <p:attrNameLst>
                                          <p:attrName>style.visibility</p:attrName>
                                        </p:attrNameLst>
                                      </p:cBhvr>
                                      <p:to>
                                        <p:strVal val="hidden"/>
                                      </p:to>
                                    </p:set>
                                  </p:childTnLst>
                                </p:cTn>
                              </p:par>
                              <p:par>
                                <p:cTn id="40" presetID="2" presetClass="entr" presetSubtype="4" fill="hold" grpId="0" nodeType="with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 calcmode="lin" valueType="num">
                                      <p:cBhvr additive="base">
                                        <p:cTn id="42"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3"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4" presetID="2" presetClass="entr" presetSubtype="4" fill="hold" grpId="0" nodeType="with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 calcmode="lin" valueType="num">
                                      <p:cBhvr additive="base">
                                        <p:cTn id="46"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8" presetID="2" presetClass="entr" presetSubtype="4" fill="hold" grpId="0" nodeType="withEffect">
                                  <p:stCondLst>
                                    <p:cond delay="0"/>
                                  </p:stCondLst>
                                  <p:childTnLst>
                                    <p:set>
                                      <p:cBhvr>
                                        <p:cTn id="49" dur="1" fill="hold">
                                          <p:stCondLst>
                                            <p:cond delay="0"/>
                                          </p:stCondLst>
                                        </p:cTn>
                                        <p:tgtEl>
                                          <p:spTgt spid="3">
                                            <p:txEl>
                                              <p:pRg st="10" end="10"/>
                                            </p:txEl>
                                          </p:spTgt>
                                        </p:tgtEl>
                                        <p:attrNameLst>
                                          <p:attrName>style.visibility</p:attrName>
                                        </p:attrNameLst>
                                      </p:cBhvr>
                                      <p:to>
                                        <p:strVal val="visible"/>
                                      </p:to>
                                    </p:set>
                                    <p:anim calcmode="lin" valueType="num">
                                      <p:cBhvr additive="base">
                                        <p:cTn id="50"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2" presetClass="entr" presetSubtype="4" fill="hold" grpId="0" nodeType="clickEffect">
                                  <p:stCondLst>
                                    <p:cond delay="0"/>
                                  </p:stCondLst>
                                  <p:childTnLst>
                                    <p:set>
                                      <p:cBhvr>
                                        <p:cTn id="55" dur="1" fill="hold">
                                          <p:stCondLst>
                                            <p:cond delay="0"/>
                                          </p:stCondLst>
                                        </p:cTn>
                                        <p:tgtEl>
                                          <p:spTgt spid="3">
                                            <p:txEl>
                                              <p:pRg st="12" end="12"/>
                                            </p:txEl>
                                          </p:spTgt>
                                        </p:tgtEl>
                                        <p:attrNameLst>
                                          <p:attrName>style.visibility</p:attrName>
                                        </p:attrNameLst>
                                      </p:cBhvr>
                                      <p:to>
                                        <p:strVal val="visible"/>
                                      </p:to>
                                    </p:set>
                                    <p:anim calcmode="lin" valueType="num">
                                      <p:cBhvr additive="base">
                                        <p:cTn id="56"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57" dur="500" fill="hold"/>
                                        <p:tgtEl>
                                          <p:spTgt spid="3">
                                            <p:txEl>
                                              <p:pRg st="12" end="12"/>
                                            </p:txEl>
                                          </p:spTgt>
                                        </p:tgtEl>
                                        <p:attrNameLst>
                                          <p:attrName>ppt_y</p:attrName>
                                        </p:attrNameLst>
                                      </p:cBhvr>
                                      <p:tavLst>
                                        <p:tav tm="0">
                                          <p:val>
                                            <p:strVal val="1+#ppt_h/2"/>
                                          </p:val>
                                        </p:tav>
                                        <p:tav tm="100000">
                                          <p:val>
                                            <p:strVal val="#ppt_y"/>
                                          </p:val>
                                        </p:tav>
                                      </p:tavLst>
                                    </p:anim>
                                  </p:childTnLst>
                                </p:cTn>
                              </p:par>
                              <p:par>
                                <p:cTn id="58" presetID="2" presetClass="entr" presetSubtype="4" fill="hold" nodeType="withEffect">
                                  <p:stCondLst>
                                    <p:cond delay="250"/>
                                  </p:stCondLst>
                                  <p:childTnLst>
                                    <p:set>
                                      <p:cBhvr>
                                        <p:cTn id="59" dur="1" fill="hold">
                                          <p:stCondLst>
                                            <p:cond delay="0"/>
                                          </p:stCondLst>
                                        </p:cTn>
                                        <p:tgtEl>
                                          <p:spTgt spid="9"/>
                                        </p:tgtEl>
                                        <p:attrNameLst>
                                          <p:attrName>style.visibility</p:attrName>
                                        </p:attrNameLst>
                                      </p:cBhvr>
                                      <p:to>
                                        <p:strVal val="visible"/>
                                      </p:to>
                                    </p:set>
                                    <p:anim calcmode="lin" valueType="num">
                                      <p:cBhvr additive="base">
                                        <p:cTn id="60" dur="500" fill="hold"/>
                                        <p:tgtEl>
                                          <p:spTgt spid="9"/>
                                        </p:tgtEl>
                                        <p:attrNameLst>
                                          <p:attrName>ppt_x</p:attrName>
                                        </p:attrNameLst>
                                      </p:cBhvr>
                                      <p:tavLst>
                                        <p:tav tm="0">
                                          <p:val>
                                            <p:strVal val="#ppt_x"/>
                                          </p:val>
                                        </p:tav>
                                        <p:tav tm="100000">
                                          <p:val>
                                            <p:strVal val="#ppt_x"/>
                                          </p:val>
                                        </p:tav>
                                      </p:tavLst>
                                    </p:anim>
                                    <p:anim calcmode="lin" valueType="num">
                                      <p:cBhvr additive="base">
                                        <p:cTn id="61"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62" fill="hold">
                      <p:stCondLst>
                        <p:cond delay="indefinite"/>
                      </p:stCondLst>
                      <p:childTnLst>
                        <p:par>
                          <p:cTn id="63" fill="hold">
                            <p:stCondLst>
                              <p:cond delay="0"/>
                            </p:stCondLst>
                            <p:childTnLst>
                              <p:par>
                                <p:cTn id="64" presetID="2" presetClass="entr" presetSubtype="2" fill="hold" nodeType="clickEffect">
                                  <p:stCondLst>
                                    <p:cond delay="0"/>
                                  </p:stCondLst>
                                  <p:childTnLst>
                                    <p:set>
                                      <p:cBhvr>
                                        <p:cTn id="65" dur="1" fill="hold">
                                          <p:stCondLst>
                                            <p:cond delay="0"/>
                                          </p:stCondLst>
                                        </p:cTn>
                                        <p:tgtEl>
                                          <p:spTgt spid="8"/>
                                        </p:tgtEl>
                                        <p:attrNameLst>
                                          <p:attrName>style.visibility</p:attrName>
                                        </p:attrNameLst>
                                      </p:cBhvr>
                                      <p:to>
                                        <p:strVal val="visible"/>
                                      </p:to>
                                    </p:set>
                                    <p:anim calcmode="lin" valueType="num">
                                      <p:cBhvr additive="base">
                                        <p:cTn id="66" dur="500" fill="hold"/>
                                        <p:tgtEl>
                                          <p:spTgt spid="8"/>
                                        </p:tgtEl>
                                        <p:attrNameLst>
                                          <p:attrName>ppt_x</p:attrName>
                                        </p:attrNameLst>
                                      </p:cBhvr>
                                      <p:tavLst>
                                        <p:tav tm="0">
                                          <p:val>
                                            <p:strVal val="1+#ppt_w/2"/>
                                          </p:val>
                                        </p:tav>
                                        <p:tav tm="100000">
                                          <p:val>
                                            <p:strVal val="#ppt_x"/>
                                          </p:val>
                                        </p:tav>
                                      </p:tavLst>
                                    </p:anim>
                                    <p:anim calcmode="lin" valueType="num">
                                      <p:cBhvr additive="base">
                                        <p:cTn id="67"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1" presetClass="exit" presetSubtype="0" fill="hold" nodeType="clickEffect">
                                  <p:stCondLst>
                                    <p:cond delay="0"/>
                                  </p:stCondLst>
                                  <p:childTnLst>
                                    <p:set>
                                      <p:cBhvr>
                                        <p:cTn id="71" dur="1" fill="hold">
                                          <p:stCondLst>
                                            <p:cond delay="0"/>
                                          </p:stCondLst>
                                        </p:cTn>
                                        <p:tgtEl>
                                          <p:spTgt spid="8"/>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9"/>
                                        </p:tgtEl>
                                        <p:attrNameLst>
                                          <p:attrName>style.visibility</p:attrName>
                                        </p:attrNameLst>
                                      </p:cBhvr>
                                      <p:to>
                                        <p:strVal val="hidden"/>
                                      </p:to>
                                    </p:set>
                                  </p:childTnLst>
                                </p:cTn>
                              </p:par>
                              <p:par>
                                <p:cTn id="74" presetID="2" presetClass="entr" presetSubtype="2" fill="hold" nodeType="withEffect">
                                  <p:stCondLst>
                                    <p:cond delay="0"/>
                                  </p:stCondLst>
                                  <p:childTnLst>
                                    <p:set>
                                      <p:cBhvr>
                                        <p:cTn id="75" dur="1" fill="hold">
                                          <p:stCondLst>
                                            <p:cond delay="0"/>
                                          </p:stCondLst>
                                        </p:cTn>
                                        <p:tgtEl>
                                          <p:spTgt spid="11"/>
                                        </p:tgtEl>
                                        <p:attrNameLst>
                                          <p:attrName>style.visibility</p:attrName>
                                        </p:attrNameLst>
                                      </p:cBhvr>
                                      <p:to>
                                        <p:strVal val="visible"/>
                                      </p:to>
                                    </p:set>
                                    <p:anim calcmode="lin" valueType="num">
                                      <p:cBhvr additive="base">
                                        <p:cTn id="76" dur="500" fill="hold"/>
                                        <p:tgtEl>
                                          <p:spTgt spid="11"/>
                                        </p:tgtEl>
                                        <p:attrNameLst>
                                          <p:attrName>ppt_x</p:attrName>
                                        </p:attrNameLst>
                                      </p:cBhvr>
                                      <p:tavLst>
                                        <p:tav tm="0">
                                          <p:val>
                                            <p:strVal val="1+#ppt_w/2"/>
                                          </p:val>
                                        </p:tav>
                                        <p:tav tm="100000">
                                          <p:val>
                                            <p:strVal val="#ppt_x"/>
                                          </p:val>
                                        </p:tav>
                                      </p:tavLst>
                                    </p:anim>
                                    <p:anim calcmode="lin" valueType="num">
                                      <p:cBhvr additive="base">
                                        <p:cTn id="77" dur="500" fill="hold"/>
                                        <p:tgtEl>
                                          <p:spTgt spid="11"/>
                                        </p:tgtEl>
                                        <p:attrNameLst>
                                          <p:attrName>ppt_y</p:attrName>
                                        </p:attrNameLst>
                                      </p:cBhvr>
                                      <p:tavLst>
                                        <p:tav tm="0">
                                          <p:val>
                                            <p:strVal val="#ppt_y"/>
                                          </p:val>
                                        </p:tav>
                                        <p:tav tm="100000">
                                          <p:val>
                                            <p:strVal val="#ppt_y"/>
                                          </p:val>
                                        </p:tav>
                                      </p:tavLst>
                                    </p:anim>
                                  </p:childTnLst>
                                </p:cTn>
                              </p:par>
                              <p:par>
                                <p:cTn id="78" presetID="2" presetClass="entr" presetSubtype="2" fill="hold" nodeType="withEffect">
                                  <p:stCondLst>
                                    <p:cond delay="0"/>
                                  </p:stCondLst>
                                  <p:childTnLst>
                                    <p:set>
                                      <p:cBhvr>
                                        <p:cTn id="79" dur="1" fill="hold">
                                          <p:stCondLst>
                                            <p:cond delay="0"/>
                                          </p:stCondLst>
                                        </p:cTn>
                                        <p:tgtEl>
                                          <p:spTgt spid="10"/>
                                        </p:tgtEl>
                                        <p:attrNameLst>
                                          <p:attrName>style.visibility</p:attrName>
                                        </p:attrNameLst>
                                      </p:cBhvr>
                                      <p:to>
                                        <p:strVal val="visible"/>
                                      </p:to>
                                    </p:set>
                                    <p:anim calcmode="lin" valueType="num">
                                      <p:cBhvr additive="base">
                                        <p:cTn id="80" dur="500" fill="hold"/>
                                        <p:tgtEl>
                                          <p:spTgt spid="10"/>
                                        </p:tgtEl>
                                        <p:attrNameLst>
                                          <p:attrName>ppt_x</p:attrName>
                                        </p:attrNameLst>
                                      </p:cBhvr>
                                      <p:tavLst>
                                        <p:tav tm="0">
                                          <p:val>
                                            <p:strVal val="1+#ppt_w/2"/>
                                          </p:val>
                                        </p:tav>
                                        <p:tav tm="100000">
                                          <p:val>
                                            <p:strVal val="#ppt_x"/>
                                          </p:val>
                                        </p:tav>
                                      </p:tavLst>
                                    </p:anim>
                                    <p:anim calcmode="lin" valueType="num">
                                      <p:cBhvr additive="base">
                                        <p:cTn id="81" dur="500" fill="hold"/>
                                        <p:tgtEl>
                                          <p:spTgt spid="1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dirty="0"/>
              <a:t>Core</a:t>
            </a:r>
            <a:r>
              <a:rPr lang="en-US"/>
              <a:t>: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vert="horz" lIns="91440" tIns="45720" rIns="91440" bIns="45720" rtlCol="0" anchor="t">
            <a:normAutofit/>
          </a:bodyPr>
          <a:lstStyle/>
          <a:p>
            <a:r>
              <a:rPr lang="en-US" dirty="0"/>
              <a:t>In community, we learned about, well, our community.</a:t>
            </a:r>
          </a:p>
          <a:p>
            <a:r>
              <a:rPr lang="en-US" dirty="0"/>
              <a:t>While not inherently a skill: </a:t>
            </a:r>
          </a:p>
          <a:p>
            <a:pPr lvl="1"/>
            <a:r>
              <a:rPr lang="en-US" dirty="0"/>
              <a:t>I learned more about the greater Houston area</a:t>
            </a:r>
          </a:p>
          <a:p>
            <a:pPr lvl="1"/>
            <a:r>
              <a:rPr lang="en-US" dirty="0"/>
              <a:t>I made a nice slideshow about Charlie Serbia called “who am you”</a:t>
            </a:r>
          </a:p>
          <a:p>
            <a:r>
              <a:rPr lang="en-US"/>
              <a:t>We also worked on a pamphlet about our area. One of the parts I did was about cypress (not the tree)</a:t>
            </a:r>
            <a:endParaRPr lang="en-US" dirty="0"/>
          </a:p>
          <a:p>
            <a:pPr lvl="1"/>
            <a:r>
              <a:rPr lang="en-US" dirty="0"/>
              <a:t>I </a:t>
            </a:r>
            <a:r>
              <a:rPr lang="en-US" dirty="0" err="1"/>
              <a:t>didin't</a:t>
            </a:r>
            <a:r>
              <a:rPr lang="en-US" dirty="0"/>
              <a:t> finish it, but I started on one about the ship </a:t>
            </a:r>
            <a:r>
              <a:rPr lang="en-US" dirty="0" err="1"/>
              <a:t>channell</a:t>
            </a:r>
            <a:r>
              <a:rPr lang="en-US" dirty="0"/>
              <a:t>, which just flowed on in!</a:t>
            </a:r>
          </a:p>
          <a:p>
            <a:r>
              <a:rPr lang="en-US" dirty="0"/>
              <a:t>As for how I’d use it, well, it just helps to know what’s around you so you can actually do things. Basically, less “use it” and more “add more things to use skills on”</a:t>
            </a:r>
          </a:p>
        </p:txBody>
      </p:sp>
      <p:pic>
        <p:nvPicPr>
          <p:cNvPr id="4" name="Picture 3" descr="A screenshot of a computer&#10;&#10;AI-generated content may be incorrect.">
            <a:extLst>
              <a:ext uri="{FF2B5EF4-FFF2-40B4-BE49-F238E27FC236}">
                <a16:creationId xmlns:a16="http://schemas.microsoft.com/office/drawing/2014/main" id="{239A0962-7E72-4B34-0F53-82426DD95215}"/>
              </a:ext>
            </a:extLst>
          </p:cNvPr>
          <p:cNvPicPr>
            <a:picLocks noChangeAspect="1"/>
          </p:cNvPicPr>
          <p:nvPr/>
        </p:nvPicPr>
        <p:blipFill>
          <a:blip r:embed="rId3"/>
          <a:stretch>
            <a:fillRect/>
          </a:stretch>
        </p:blipFill>
        <p:spPr>
          <a:xfrm>
            <a:off x="8941027" y="1716542"/>
            <a:ext cx="2452461" cy="1617889"/>
          </a:xfrm>
          <a:prstGeom prst="rect">
            <a:avLst/>
          </a:prstGeom>
        </p:spPr>
      </p:pic>
      <p:pic>
        <p:nvPicPr>
          <p:cNvPr id="5" name="Picture 4" descr="A purple background with white text&#10;&#10;AI-generated content may be incorrect.">
            <a:extLst>
              <a:ext uri="{FF2B5EF4-FFF2-40B4-BE49-F238E27FC236}">
                <a16:creationId xmlns:a16="http://schemas.microsoft.com/office/drawing/2014/main" id="{7387F6A9-EF4E-32F1-1457-20419E787273}"/>
              </a:ext>
            </a:extLst>
          </p:cNvPr>
          <p:cNvPicPr>
            <a:picLocks noChangeAspect="1"/>
          </p:cNvPicPr>
          <p:nvPr/>
        </p:nvPicPr>
        <p:blipFill>
          <a:blip r:embed="rId4"/>
          <a:stretch>
            <a:fillRect/>
          </a:stretch>
        </p:blipFill>
        <p:spPr>
          <a:xfrm>
            <a:off x="4421414" y="179614"/>
            <a:ext cx="3770086" cy="910772"/>
          </a:xfrm>
          <a:prstGeom prst="rect">
            <a:avLst/>
          </a:prstGeom>
        </p:spPr>
      </p:pic>
      <p:pic>
        <p:nvPicPr>
          <p:cNvPr id="7" name="Picture 6" descr="A screenshot of a cell phone&#10;&#10;AI-generated content may be incorrect.">
            <a:extLst>
              <a:ext uri="{FF2B5EF4-FFF2-40B4-BE49-F238E27FC236}">
                <a16:creationId xmlns:a16="http://schemas.microsoft.com/office/drawing/2014/main" id="{C8BE3EA2-3B10-6F4F-35B6-0F2EF51D5485}"/>
              </a:ext>
            </a:extLst>
          </p:cNvPr>
          <p:cNvPicPr>
            <a:picLocks noChangeAspect="1"/>
          </p:cNvPicPr>
          <p:nvPr/>
        </p:nvPicPr>
        <p:blipFill>
          <a:blip r:embed="rId5"/>
          <a:stretch>
            <a:fillRect/>
          </a:stretch>
        </p:blipFill>
        <p:spPr>
          <a:xfrm>
            <a:off x="1587" y="176893"/>
            <a:ext cx="4242255" cy="1808843"/>
          </a:xfrm>
          <a:prstGeom prst="rect">
            <a:avLst/>
          </a:prstGeom>
        </p:spPr>
      </p:pic>
    </p:spTree>
    <p:extLst>
      <p:ext uri="{BB962C8B-B14F-4D97-AF65-F5344CB8AC3E}">
        <p14:creationId xmlns:p14="http://schemas.microsoft.com/office/powerpoint/2010/main" val="53524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dirty="0"/>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dirty="0"/>
              <a:t>Well, while there where many good </a:t>
            </a:r>
            <a:r>
              <a:rPr lang="en-US" dirty="0" err="1"/>
              <a:t>memorys</a:t>
            </a:r>
            <a:r>
              <a:rPr lang="en-US" dirty="0"/>
              <a:t>, I think one of my favorites had to have been some of the discussions we had about Data, specifically the fact that he does have emotions, contrary to his own </a:t>
            </a:r>
            <a:r>
              <a:rPr lang="en-US"/>
              <a:t>statments</a:t>
            </a:r>
            <a:endParaRPr lang="en-US" dirty="0"/>
          </a:p>
        </p:txBody>
      </p:sp>
    </p:spTree>
    <p:extLst>
      <p:ext uri="{BB962C8B-B14F-4D97-AF65-F5344CB8AC3E}">
        <p14:creationId xmlns:p14="http://schemas.microsoft.com/office/powerpoint/2010/main" val="18299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dirty="0"/>
          </a:p>
          <a:p>
            <a:pPr marL="0" indent="0">
              <a:buNone/>
            </a:pPr>
            <a:r>
              <a:rPr lang="en-US" dirty="0"/>
              <a:t>That is my "dynamic file path" system. There's no easy way  show an image of </a:t>
            </a:r>
            <a:r>
              <a:rPr lang="en-US"/>
              <a:t>it, but long story short basically it allows </a:t>
            </a:r>
            <a:r>
              <a:rPr lang="en-US" dirty="0"/>
              <a:t>saving a file within the inside of a programs folder structure.</a:t>
            </a:r>
          </a:p>
          <a:p>
            <a:pPr marL="0" indent="0">
              <a:buNone/>
            </a:pPr>
            <a:r>
              <a:rPr lang="en-US"/>
              <a:t> </a:t>
            </a:r>
            <a:endParaRPr lang="en-US" dirty="0"/>
          </a:p>
        </p:txBody>
      </p:sp>
    </p:spTree>
    <p:extLst>
      <p:ext uri="{BB962C8B-B14F-4D97-AF65-F5344CB8AC3E}">
        <p14:creationId xmlns:p14="http://schemas.microsoft.com/office/powerpoint/2010/main" val="394541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757EC4C2-30F1-69FF-4C46-86AF837196B1}"/>
                  </a:ext>
                </a:extLst>
              </p14:cNvPr>
              <p14:cNvContentPartPr/>
              <p14:nvPr/>
            </p14:nvContentPartPr>
            <p14:xfrm>
              <a:off x="1814285" y="1442357"/>
              <a:ext cx="1370258" cy="58012"/>
            </p14:xfrm>
          </p:contentPart>
        </mc:Choice>
        <mc:Fallback xmlns="">
          <p:pic>
            <p:nvPicPr>
              <p:cNvPr id="5" name="Ink 4">
                <a:extLst>
                  <a:ext uri="{FF2B5EF4-FFF2-40B4-BE49-F238E27FC236}">
                    <a16:creationId xmlns:a16="http://schemas.microsoft.com/office/drawing/2014/main" id="{757EC4C2-30F1-69FF-4C46-86AF837196B1}"/>
                  </a:ext>
                </a:extLst>
              </p:cNvPr>
              <p:cNvPicPr/>
              <p:nvPr/>
            </p:nvPicPr>
            <p:blipFill>
              <a:blip r:embed="rId3"/>
              <a:stretch>
                <a:fillRect/>
              </a:stretch>
            </p:blipFill>
            <p:spPr>
              <a:xfrm>
                <a:off x="1796293" y="1424452"/>
                <a:ext cx="1405882" cy="93464"/>
              </a:xfrm>
              <a:prstGeom prst="rect">
                <a:avLst/>
              </a:prstGeom>
            </p:spPr>
          </p:pic>
        </mc:Fallback>
      </mc:AlternateContent>
      <p:sp>
        <p:nvSpPr>
          <p:cNvPr id="11" name="TextBox 10">
            <a:extLst>
              <a:ext uri="{FF2B5EF4-FFF2-40B4-BE49-F238E27FC236}">
                <a16:creationId xmlns:a16="http://schemas.microsoft.com/office/drawing/2014/main" id="{B9F7FF27-934F-61E9-623E-28E67F7A95BB}"/>
              </a:ext>
            </a:extLst>
          </p:cNvPr>
          <p:cNvSpPr txBox="1"/>
          <p:nvPr/>
        </p:nvSpPr>
        <p:spPr>
          <a:xfrm>
            <a:off x="763814" y="582385"/>
            <a:ext cx="1039293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And now, what you have all been waiting impatiently for:</a:t>
            </a:r>
          </a:p>
        </p:txBody>
      </p:sp>
      <p:sp>
        <p:nvSpPr>
          <p:cNvPr id="2" name="TextBox 1">
            <a:extLst>
              <a:ext uri="{FF2B5EF4-FFF2-40B4-BE49-F238E27FC236}">
                <a16:creationId xmlns:a16="http://schemas.microsoft.com/office/drawing/2014/main" id="{CEB79FAF-285C-B18F-6774-DF3457199FCE}"/>
              </a:ext>
            </a:extLst>
          </p:cNvPr>
          <p:cNvSpPr txBox="1"/>
          <p:nvPr/>
        </p:nvSpPr>
        <p:spPr>
          <a:xfrm>
            <a:off x="772583" y="1566333"/>
            <a:ext cx="60219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The End</a:t>
            </a:r>
          </a:p>
        </p:txBody>
      </p:sp>
      <p:sp>
        <p:nvSpPr>
          <p:cNvPr id="3" name="TextBox 2">
            <a:extLst>
              <a:ext uri="{FF2B5EF4-FFF2-40B4-BE49-F238E27FC236}">
                <a16:creationId xmlns:a16="http://schemas.microsoft.com/office/drawing/2014/main" id="{C97490C5-02DB-8C68-FD24-F2396E20873C}"/>
              </a:ext>
            </a:extLst>
          </p:cNvPr>
          <p:cNvSpPr txBox="1"/>
          <p:nvPr/>
        </p:nvSpPr>
        <p:spPr>
          <a:xfrm>
            <a:off x="765325" y="2059817"/>
            <a:ext cx="208128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Fooled </a:t>
            </a:r>
            <a:r>
              <a:rPr lang="en-US" dirty="0" err="1"/>
              <a:t>ya</a:t>
            </a:r>
            <a:r>
              <a:rPr lang="en-US" dirty="0"/>
              <a:t>!</a:t>
            </a:r>
          </a:p>
        </p:txBody>
      </p:sp>
      <p:sp>
        <p:nvSpPr>
          <p:cNvPr id="8" name="TextBox 7">
            <a:extLst>
              <a:ext uri="{FF2B5EF4-FFF2-40B4-BE49-F238E27FC236}">
                <a16:creationId xmlns:a16="http://schemas.microsoft.com/office/drawing/2014/main" id="{1DC97F59-AFB0-CCFF-08D4-BE0394F1A3E9}"/>
              </a:ext>
            </a:extLst>
          </p:cNvPr>
          <p:cNvSpPr txBox="1"/>
          <p:nvPr/>
        </p:nvSpPr>
        <p:spPr>
          <a:xfrm>
            <a:off x="761396" y="2428119"/>
            <a:ext cx="35653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Thanks for watching!</a:t>
            </a:r>
          </a:p>
        </p:txBody>
      </p:sp>
      <p:sp>
        <p:nvSpPr>
          <p:cNvPr id="9" name="TextBox 8">
            <a:extLst>
              <a:ext uri="{FF2B5EF4-FFF2-40B4-BE49-F238E27FC236}">
                <a16:creationId xmlns:a16="http://schemas.microsoft.com/office/drawing/2014/main" id="{0B89CE64-C45D-434C-8FE2-7373EB98BE66}"/>
              </a:ext>
            </a:extLst>
          </p:cNvPr>
          <p:cNvSpPr txBox="1"/>
          <p:nvPr/>
        </p:nvSpPr>
        <p:spPr>
          <a:xfrm>
            <a:off x="774700" y="3035904"/>
            <a:ext cx="402227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Now, for </a:t>
            </a:r>
            <a:r>
              <a:rPr lang="en-US" dirty="0" err="1"/>
              <a:t>reall</a:t>
            </a:r>
            <a:r>
              <a:rPr lang="en-US" dirty="0"/>
              <a:t> this time:</a:t>
            </a:r>
            <a:br>
              <a:rPr lang="en-US" dirty="0"/>
            </a:br>
            <a:r>
              <a:rPr lang="en-US" dirty="0"/>
              <a:t>The end!</a:t>
            </a:r>
          </a:p>
        </p:txBody>
      </p:sp>
      <p:sp>
        <p:nvSpPr>
          <p:cNvPr id="10" name="TextBox 9">
            <a:extLst>
              <a:ext uri="{FF2B5EF4-FFF2-40B4-BE49-F238E27FC236}">
                <a16:creationId xmlns:a16="http://schemas.microsoft.com/office/drawing/2014/main" id="{6E0B117B-22F6-84D8-A97C-EA05E52160D0}"/>
              </a:ext>
            </a:extLst>
          </p:cNvPr>
          <p:cNvSpPr txBox="1"/>
          <p:nvPr/>
        </p:nvSpPr>
        <p:spPr>
          <a:xfrm>
            <a:off x="1745039" y="1566331"/>
            <a:ext cx="390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p>
        </p:txBody>
      </p:sp>
    </p:spTree>
    <p:extLst>
      <p:ext uri="{BB962C8B-B14F-4D97-AF65-F5344CB8AC3E}">
        <p14:creationId xmlns:p14="http://schemas.microsoft.com/office/powerpoint/2010/main" val="4115919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25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TotalTime>445</TotalTime>
  <Words>268</Words>
  <Application>Microsoft Office PowerPoint</Application>
  <PresentationFormat>Widescreen</PresentationFormat>
  <Paragraphs>34</Paragraphs>
  <Slides>6</Slides>
  <Notes>3</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Vapor Trail</vt:lpstr>
      <vt:lpstr>Charlie’s Spring Term Presentation</vt:lpstr>
      <vt:lpstr>Tech: Advanced app-dev</vt:lpstr>
      <vt:lpstr>Core: Community</vt:lpstr>
      <vt:lpstr>Club: star-trek club</vt:lpstr>
      <vt:lpstr>Favorite memory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lastModifiedBy>Charlie Hatch</cp:lastModifiedBy>
  <cp:revision>251</cp:revision>
  <dcterms:created xsi:type="dcterms:W3CDTF">2026-06-10T15:46:05Z</dcterms:created>
  <dcterms:modified xsi:type="dcterms:W3CDTF">2026-06-23T17:25:11Z</dcterms:modified>
</cp:coreProperties>
</file>