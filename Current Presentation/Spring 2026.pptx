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-4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CADBD-0D14-3E82-8FB6-6D1B2C321A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25"/>
            <a:ext cx="4438650" cy="2790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92E80F-9BA9-F03F-2D1D-53D6DEDD7A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2127" y="185574"/>
            <a:ext cx="4160595" cy="2450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01D1C5-433B-BD80-E198-A22441EEC8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51927"/>
            <a:ext cx="4709517" cy="27908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2864FA8-4E29-92DD-13C5-D334BE828B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157" y="2833604"/>
            <a:ext cx="1333686" cy="1190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283</TotalTime>
  <Words>108</Words>
  <Application>Microsoft Office PowerPoint</Application>
  <PresentationFormat>Widescreen</PresentationFormat>
  <Paragraphs>20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22</cp:revision>
  <dcterms:created xsi:type="dcterms:W3CDTF">2026-06-10T15:46:05Z</dcterms:created>
  <dcterms:modified xsi:type="dcterms:W3CDTF">2026-06-17T16:22:04Z</dcterms:modified>
</cp:coreProperties>
</file>