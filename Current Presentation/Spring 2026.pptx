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B736126-433D-4E27-8CA2-96439774807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69" dt="2026-06-22T15:38:36.746"/>
    <p1510:client id="{ECBCC7A4-2B2E-30B8-636B-1ED04629B37E}" v="33" dt="2026-06-22T15:49:22.3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D51B22-6035-47AA-F096-DF50E1293D3E}"/>
              </a:ext>
            </a:extLst>
          </p:cNvPr>
          <p:cNvSpPr/>
          <p:nvPr/>
        </p:nvSpPr>
        <p:spPr>
          <a:xfrm>
            <a:off x="7349" y="2756"/>
            <a:ext cx="12184099" cy="6973746"/>
          </a:xfrm>
          <a:prstGeom prst="rect">
            <a:avLst/>
          </a:prstGeom>
          <a:solidFill>
            <a:srgbClr val="2A71A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ue screen with a qr code&#10;&#10;AI-generated content may be incorrect.">
            <a:extLst>
              <a:ext uri="{FF2B5EF4-FFF2-40B4-BE49-F238E27FC236}">
                <a16:creationId xmlns:a16="http://schemas.microsoft.com/office/drawing/2014/main" id="{093AC10B-ECC1-A72C-BD4E-BE5469028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412" y="1500187"/>
            <a:ext cx="5591175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103</cp:revision>
  <dcterms:created xsi:type="dcterms:W3CDTF">2026-06-10T15:46:05Z</dcterms:created>
  <dcterms:modified xsi:type="dcterms:W3CDTF">2026-06-22T15:50:17Z</dcterms:modified>
</cp:coreProperties>
</file>