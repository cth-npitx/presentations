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3618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CADBD-0D14-3E82-8FB6-6D1B2C321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25"/>
            <a:ext cx="4438650" cy="2790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92E80F-9BA9-F03F-2D1D-53D6DEDD7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127" y="185574"/>
            <a:ext cx="4160595" cy="245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280</TotalTime>
  <Words>108</Words>
  <Application>Microsoft Office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20</cp:revision>
  <dcterms:created xsi:type="dcterms:W3CDTF">2026-06-10T15:46:05Z</dcterms:created>
  <dcterms:modified xsi:type="dcterms:W3CDTF">2026-06-17T16:19:18Z</dcterms:modified>
</cp:coreProperties>
</file>