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B736126-433D-4E27-8CA2-964397748075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98B00B-2615-DA7F-16DD-BEDBD145F26F}" v="169" dt="2026-06-22T15:38:36.746"/>
    <p1510:client id="{ECBCC7A4-2B2E-30B8-636B-1ED04629B37E}" v="35" dt="2026-06-22T16:10:01.5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Data, specifically the fact that he does have emotions, contrary to his own </a:t>
            </a:r>
            <a:r>
              <a:rPr lang="en-US"/>
              <a:t>statments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3B13D-4EA4-72D0-C584-F7E4962CE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70F2A-2830-597A-D03F-334F7AD6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Well, this term wasn't that memorable, honestly. So, I'm going more with what I did that I'm most proud of.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That is my "dynamic file path" system. There's no easy way  show an image of </a:t>
            </a:r>
            <a:r>
              <a:rPr lang="en-US"/>
              <a:t>it, but long story short basically it allows </a:t>
            </a:r>
            <a:r>
              <a:rPr lang="en-US" dirty="0"/>
              <a:t>saving a file within the inside of a programs folder structure.</a:t>
            </a:r>
          </a:p>
          <a:p>
            <a:pPr marL="0" indent="0">
              <a:buNone/>
            </a:pPr>
            <a:r>
              <a:rPr lang="en-US"/>
              <a:t>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1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D51B22-6035-47AA-F096-DF50E1293D3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70A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ue screen with a qr code&#10;&#10;AI-generated content may be incorrect.">
            <a:extLst>
              <a:ext uri="{FF2B5EF4-FFF2-40B4-BE49-F238E27FC236}">
                <a16:creationId xmlns:a16="http://schemas.microsoft.com/office/drawing/2014/main" id="{093AC10B-ECC1-A72C-BD4E-BE5469028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440" y="1298191"/>
            <a:ext cx="5324442" cy="3670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3004409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445</TotalTime>
  <Words>268</Words>
  <Application>Microsoft Office PowerPoint</Application>
  <PresentationFormat>Widescreen</PresentationFormat>
  <Paragraphs>34</Paragraphs>
  <Slides>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Vapor Trail</vt:lpstr>
      <vt:lpstr>Charlie’s Spring Term Presentation</vt:lpstr>
      <vt:lpstr>Tech: Advanced app-dev</vt:lpstr>
      <vt:lpstr>Core: Community</vt:lpstr>
      <vt:lpstr>Club: star-trek club</vt:lpstr>
      <vt:lpstr>Favorite memory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105</cp:revision>
  <dcterms:created xsi:type="dcterms:W3CDTF">2026-06-10T15:46:05Z</dcterms:created>
  <dcterms:modified xsi:type="dcterms:W3CDTF">2026-06-22T16:12:14Z</dcterms:modified>
</cp:coreProperties>
</file>