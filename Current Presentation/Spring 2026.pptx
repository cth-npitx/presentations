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B736126-433D-4E27-8CA2-96439774807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69" dt="2026-06-22T15:38:36.746"/>
    <p1510:client id="{ECBCC7A4-2B2E-30B8-636B-1ED04629B37E}" v="16" dt="2026-06-22T15:42:10.4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11000" b="-1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035252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90</cp:revision>
  <dcterms:created xsi:type="dcterms:W3CDTF">2026-06-10T15:46:05Z</dcterms:created>
  <dcterms:modified xsi:type="dcterms:W3CDTF">2026-06-22T15:43:05Z</dcterms:modified>
</cp:coreProperties>
</file>