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60" r:id="rId2"/>
    <p:sldId id="261" r:id="rId3"/>
    <p:sldId id="262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" d="100"/>
          <a:sy n="10" d="100"/>
        </p:scale>
        <p:origin x="1068" y="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third debugging, say the “those are my 3” joke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marL="914400" lvl="2" indent="0">
              <a:buNone/>
            </a:pPr>
            <a:r>
              <a:rPr lang="en-US" dirty="0"/>
              <a:t>Okay, in all seriousness</a:t>
            </a:r>
          </a:p>
          <a:p>
            <a:pPr lvl="2"/>
            <a:r>
              <a:rPr lang="en-US" dirty="0"/>
              <a:t>Critical Thinking</a:t>
            </a:r>
          </a:p>
          <a:p>
            <a:pPr lvl="2"/>
            <a:r>
              <a:rPr lang="en-US" dirty="0"/>
              <a:t>Trial and Error</a:t>
            </a:r>
          </a:p>
          <a:p>
            <a:pPr lvl="2"/>
            <a:endParaRPr lang="en-US" dirty="0"/>
          </a:p>
          <a:p>
            <a:pPr marL="0" indent="0">
              <a:buNone/>
            </a:pPr>
            <a:r>
              <a:rPr lang="en-US" dirty="0"/>
              <a:t>As for what I gained, it’s mostly just more knowledge, in this case about SQL</a:t>
            </a:r>
          </a:p>
        </p:txBody>
      </p:sp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5CBC-A8D3-D568-87AE-62116BA26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</a:t>
            </a:r>
            <a:r>
              <a:rPr lang="en-US"/>
              <a:t>: Community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74F07-D8D0-C8B1-0C37-1C3C8D8A7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240141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286</TotalTime>
  <Words>111</Words>
  <Application>Microsoft Office PowerPoint</Application>
  <PresentationFormat>Widescreen</PresentationFormat>
  <Paragraphs>21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Arial</vt:lpstr>
      <vt:lpstr>Century Gothic</vt:lpstr>
      <vt:lpstr>Vapor Trail</vt:lpstr>
      <vt:lpstr>Charlie’s Spring Term Presentation</vt:lpstr>
      <vt:lpstr>Tech: Advanced app-dev</vt:lpstr>
      <vt:lpstr>Core: Community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24</cp:revision>
  <dcterms:created xsi:type="dcterms:W3CDTF">2026-06-10T15:46:05Z</dcterms:created>
  <dcterms:modified xsi:type="dcterms:W3CDTF">2026-06-18T16:03:19Z</dcterms:modified>
</cp:coreProperties>
</file>