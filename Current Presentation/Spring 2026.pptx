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60" r:id="rId2"/>
    <p:sldId id="261" r:id="rId3"/>
    <p:sldId id="262" r:id="rId4"/>
    <p:sldId id="263" r:id="rId5"/>
    <p:sldId id="264" r:id="rId6"/>
    <p:sldId id="265"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B736126-433D-4E27-8CA2-964397748075}">
          <p14:sldIdLst>
            <p14:sldId id="260"/>
            <p14:sldId id="261"/>
            <p14:sldId id="262"/>
            <p14:sldId id="263"/>
            <p14:sldId id="264"/>
            <p14:sldId id="26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69" dt="2026-06-22T15:38:36.746"/>
    <p1510:client id="{BA9E5608-3EA5-4EB9-B58B-23EA90833BA8}" v="2" dt="2026-06-22T16:31:05.899"/>
    <p1510:client id="{ECBCC7A4-2B2E-30B8-636B-1ED04629B37E}" v="53" dt="2026-06-22T16:20:29.6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After third debugging, say the “those are my 3” joke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“who am you”, explain the whole “the questions where in first person”</a:t>
            </a:r>
          </a:p>
          <a:p>
            <a:endParaRPr lang="en-US"/>
          </a:p>
          <a:p>
            <a:r>
              <a:rPr lang="en-US"/>
              <a:t>Explain reason chose </a:t>
            </a:r>
            <a:r>
              <a:rPr lang="en-US" err="1"/>
              <a:t>shipchannel</a:t>
            </a:r>
            <a:r>
              <a:rPr lang="en-US"/>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More </a:t>
            </a:r>
            <a:r>
              <a:rPr lang="en-US" err="1"/>
              <a:t>deltais</a:t>
            </a:r>
            <a:r>
              <a:rPr lang="en-US"/>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001F3D3-B64E-45E5-A774-FFEE7077F3D9}" type="datetimeFigureOut">
              <a:rPr lang="en-US" smtClean="0"/>
              <a:t>6/22/2026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6/22/2026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6/22/2026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a:t>Charlie’s</a:t>
            </a:r>
            <a:br>
              <a:rPr lang="en-US"/>
            </a:br>
            <a:r>
              <a:rPr lang="en-US"/>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p:txBody>
          <a:bodyPr/>
          <a:lstStyle/>
          <a:p>
            <a:r>
              <a:rPr lang="en-US"/>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p:txBody>
          <a:bodyPr>
            <a:normAutofit lnSpcReduction="10000"/>
          </a:bodyPr>
          <a:lstStyle/>
          <a:p>
            <a:r>
              <a:rPr lang="en-US"/>
              <a:t>We worked on two things in advanced </a:t>
            </a:r>
            <a:r>
              <a:rPr lang="en-US" err="1"/>
              <a:t>appdev</a:t>
            </a:r>
            <a:r>
              <a:rPr lang="en-US"/>
              <a:t>.</a:t>
            </a:r>
          </a:p>
          <a:p>
            <a:pPr lvl="1"/>
            <a:r>
              <a:rPr lang="en-US"/>
              <a:t>One of the projects we worked on was the Snack Shack</a:t>
            </a:r>
          </a:p>
          <a:p>
            <a:pPr lvl="2"/>
            <a:r>
              <a:rPr lang="en-US"/>
              <a:t>In actuality, the most major was, as discussed by Ryan, actually databases and SQL. But I figured you have heard about that from him</a:t>
            </a:r>
          </a:p>
          <a:p>
            <a:pPr lvl="1"/>
            <a:r>
              <a:rPr lang="en-US"/>
              <a:t>Tasks used:</a:t>
            </a:r>
          </a:p>
          <a:p>
            <a:pPr lvl="2"/>
            <a:r>
              <a:rPr lang="en-US"/>
              <a:t>Debugging</a:t>
            </a:r>
          </a:p>
          <a:p>
            <a:pPr lvl="3"/>
            <a:r>
              <a:rPr lang="en-US"/>
              <a:t>Debugging</a:t>
            </a:r>
          </a:p>
          <a:p>
            <a:pPr lvl="3"/>
            <a:r>
              <a:rPr lang="en-US"/>
              <a:t>Debugging</a:t>
            </a:r>
          </a:p>
          <a:p>
            <a:pPr marL="914400" lvl="2" indent="0">
              <a:buNone/>
            </a:pPr>
            <a:r>
              <a:rPr lang="en-US"/>
              <a:t>Okay, in all seriousness</a:t>
            </a:r>
          </a:p>
          <a:p>
            <a:pPr lvl="2"/>
            <a:r>
              <a:rPr lang="en-US"/>
              <a:t>Critical Thinking</a:t>
            </a:r>
          </a:p>
          <a:p>
            <a:pPr lvl="2"/>
            <a:r>
              <a:rPr lang="en-US"/>
              <a:t>Trial and Error</a:t>
            </a:r>
          </a:p>
          <a:p>
            <a:pPr lvl="2"/>
            <a:endParaRPr lang="en-US"/>
          </a:p>
          <a:p>
            <a:pPr marL="0" indent="0">
              <a:buNone/>
            </a:pPr>
            <a:r>
              <a:rPr lang="en-US"/>
              <a:t>As for what I gained, it’s mostly just more knowledge, in this case about SQL</a:t>
            </a:r>
          </a:p>
        </p:txBody>
      </p:sp>
    </p:spTree>
    <p:extLst>
      <p:ext uri="{BB962C8B-B14F-4D97-AF65-F5344CB8AC3E}">
        <p14:creationId xmlns:p14="http://schemas.microsoft.com/office/powerpoint/2010/main" val="1734690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a:t>Core: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a:lstStyle/>
          <a:p>
            <a:r>
              <a:rPr lang="en-US"/>
              <a:t>In community, we learned about, well, our community.</a:t>
            </a:r>
          </a:p>
          <a:p>
            <a:r>
              <a:rPr lang="en-US"/>
              <a:t>While not inherently a skill: </a:t>
            </a:r>
          </a:p>
          <a:p>
            <a:pPr lvl="1"/>
            <a:r>
              <a:rPr lang="en-US"/>
              <a:t>I learned more about the greater Houston area</a:t>
            </a:r>
          </a:p>
          <a:p>
            <a:pPr lvl="1"/>
            <a:r>
              <a:rPr lang="en-US"/>
              <a:t>I made a nice slideshow about Charlie Serbia called “who am you”</a:t>
            </a:r>
          </a:p>
          <a:p>
            <a:r>
              <a:rPr lang="en-US"/>
              <a:t>As for how I’d use it, well, it just helps to know what’s around you so you can actually do things. Basically, less “use it” and more “add more things to use skills on”</a:t>
            </a:r>
          </a:p>
        </p:txBody>
      </p:sp>
    </p:spTree>
    <p:extLst>
      <p:ext uri="{BB962C8B-B14F-4D97-AF65-F5344CB8AC3E}">
        <p14:creationId xmlns:p14="http://schemas.microsoft.com/office/powerpoint/2010/main" val="535240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a:t>Well, while there where many good </a:t>
            </a:r>
            <a:r>
              <a:rPr lang="en-US" err="1"/>
              <a:t>memorys</a:t>
            </a:r>
            <a:r>
              <a:rPr lang="en-US"/>
              <a:t>, I think one of my favorites had to have been some of the discussions we had about Data, specifically the fact that he does have emotions, contrary to his own statments</a:t>
            </a:r>
          </a:p>
        </p:txBody>
      </p:sp>
    </p:spTree>
    <p:extLst>
      <p:ext uri="{BB962C8B-B14F-4D97-AF65-F5344CB8AC3E}">
        <p14:creationId xmlns:p14="http://schemas.microsoft.com/office/powerpoint/2010/main" val="1829906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a:p>
          <a:p>
            <a:pPr marL="0" indent="0">
              <a:buNone/>
            </a:pPr>
            <a:r>
              <a:rPr lang="en-US"/>
              <a:t>That is my "dynamic file path" system. There's no easy way  show an image of it, but long story short basically it allows saving a file within the inside of a programs folder structure.</a:t>
            </a:r>
          </a:p>
          <a:p>
            <a:pPr marL="0" indent="0">
              <a:buNone/>
            </a:pPr>
            <a:r>
              <a:rPr lang="en-US"/>
              <a:t> </a:t>
            </a:r>
          </a:p>
        </p:txBody>
      </p:sp>
    </p:spTree>
    <p:extLst>
      <p:ext uri="{BB962C8B-B14F-4D97-AF65-F5344CB8AC3E}">
        <p14:creationId xmlns:p14="http://schemas.microsoft.com/office/powerpoint/2010/main" val="394541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BD51B22-6035-47AA-F096-DF50E1293D3E}"/>
              </a:ext>
            </a:extLst>
          </p:cNvPr>
          <p:cNvSpPr/>
          <p:nvPr/>
        </p:nvSpPr>
        <p:spPr>
          <a:xfrm>
            <a:off x="0" y="0"/>
            <a:ext cx="12192000" cy="6858000"/>
          </a:xfrm>
          <a:prstGeom prst="rect">
            <a:avLst/>
          </a:prstGeom>
          <a:solidFill>
            <a:srgbClr val="1070A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blue screen with a qr code&#10;&#10;AI-generated content may be incorrect.">
            <a:extLst>
              <a:ext uri="{FF2B5EF4-FFF2-40B4-BE49-F238E27FC236}">
                <a16:creationId xmlns:a16="http://schemas.microsoft.com/office/drawing/2014/main" id="{093AC10B-ECC1-A72C-BD4E-BE5469028DD3}"/>
              </a:ext>
            </a:extLst>
          </p:cNvPr>
          <p:cNvPicPr>
            <a:picLocks noChangeAspect="1"/>
          </p:cNvPicPr>
          <p:nvPr/>
        </p:nvPicPr>
        <p:blipFill>
          <a:blip r:embed="rId2"/>
          <a:stretch>
            <a:fillRect/>
          </a:stretch>
        </p:blipFill>
        <p:spPr>
          <a:xfrm>
            <a:off x="1593440" y="1298191"/>
            <a:ext cx="5324442" cy="3670464"/>
          </a:xfrm>
          <a:prstGeom prst="rect">
            <a:avLst/>
          </a:prstGeom>
        </p:spPr>
      </p:pic>
    </p:spTree>
    <p:extLst>
      <p:ext uri="{BB962C8B-B14F-4D97-AF65-F5344CB8AC3E}">
        <p14:creationId xmlns:p14="http://schemas.microsoft.com/office/powerpoint/2010/main" val="3833004409"/>
      </p:ext>
    </p:extLst>
  </p:cSld>
  <p:clrMapOvr>
    <a:masterClrMapping/>
  </p:clrMapOvr>
  <p:transition advClick="0"/>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Application>Microsoft Office PowerPoint</Application>
  <PresentationFormat>Widescreen</PresentationFormat>
  <Slides>6</Slides>
  <Notes>3</Notes>
  <HiddenSlides>0</HiddenSlide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Vapor Trail</vt:lpstr>
      <vt:lpstr>Charlie’s Spring Term Presentation</vt:lpstr>
      <vt:lpstr>Tech: Advanced app-dev</vt:lpstr>
      <vt:lpstr>Core: Community</vt:lpstr>
      <vt:lpstr>Club: star-trek club</vt:lpstr>
      <vt:lpstr>Favorite memory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revision>7</cp:revision>
  <dcterms:created xsi:type="dcterms:W3CDTF">2026-06-10T15:46:05Z</dcterms:created>
  <dcterms:modified xsi:type="dcterms:W3CDTF">2026-06-22T16:35:47Z</dcterms:modified>
</cp:coreProperties>
</file>