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11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EE29-CF6D-1F24-51CD-22D1EF7DC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2163-017D-0FC9-7D20-134A97BDD5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1288192-E533-C186-5A7C-EB90D432B7CF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0DE85A5-109D-BC81-55A4-F638BBA82280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15353C8-C457-02E1-AC35-11BDA6D25E72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71C0F234-080A-2895-B649-BFD3BE648757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2630662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5</cp:revision>
  <dcterms:created xsi:type="dcterms:W3CDTF">2026-06-10T15:46:05Z</dcterms:created>
  <dcterms:modified xsi:type="dcterms:W3CDTF">2026-06-10T16:25:40Z</dcterms:modified>
</cp:coreProperties>
</file>