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ink/ink1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60" r:id="rId2"/>
    <p:sldId id="261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15T16:24:39.1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24575,'0'0'-8191</inkml:trace>
</inkml:ink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64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35461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1263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9847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7326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79644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63286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3413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37617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77022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42669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11734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05352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9510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2124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64843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86966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159640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71FAF-C6B0-38AC-9F95-1D6B0F02C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E67BC7-8656-F7ED-1039-66F678C88F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771649"/>
            <a:ext cx="9144000" cy="1738313"/>
          </a:xfrm>
        </p:spPr>
        <p:txBody>
          <a:bodyPr>
            <a:normAutofit fontScale="90000"/>
          </a:bodyPr>
          <a:lstStyle/>
          <a:p>
            <a:r>
              <a:rPr lang="en-US" dirty="0"/>
              <a:t>Charlie’s</a:t>
            </a:r>
            <a:br>
              <a:rPr lang="en-US" dirty="0"/>
            </a:br>
            <a:r>
              <a:rPr lang="en-US" dirty="0"/>
              <a:t>Spring Term Presentation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3A43815D-8181-84B3-7647-DDD66602B421}"/>
              </a:ext>
            </a:extLst>
          </p:cNvPr>
          <p:cNvSpPr txBox="1">
            <a:spLocks/>
          </p:cNvSpPr>
          <p:nvPr/>
        </p:nvSpPr>
        <p:spPr>
          <a:xfrm>
            <a:off x="5076728" y="4032504"/>
            <a:ext cx="116738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Charlie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4AA1E5B6-F66B-5C77-EE50-BF9E9417468A}"/>
              </a:ext>
            </a:extLst>
          </p:cNvPr>
          <p:cNvSpPr txBox="1">
            <a:spLocks/>
          </p:cNvSpPr>
          <p:nvPr/>
        </p:nvSpPr>
        <p:spPr>
          <a:xfrm>
            <a:off x="6075904" y="4032504"/>
            <a:ext cx="1021080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Hatch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80C038D9-E5C4-4AAC-F408-A2AC791A02D6}"/>
              </a:ext>
            </a:extLst>
          </p:cNvPr>
          <p:cNvSpPr txBox="1">
            <a:spLocks/>
          </p:cNvSpPr>
          <p:nvPr/>
        </p:nvSpPr>
        <p:spPr>
          <a:xfrm>
            <a:off x="5707948" y="3628503"/>
            <a:ext cx="57302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/>
              <a:t>B</a:t>
            </a: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D77FA4EE-35F5-0F5A-3208-8DFF3CE03759}"/>
              </a:ext>
            </a:extLst>
          </p:cNvPr>
          <p:cNvSpPr txBox="1">
            <a:spLocks/>
          </p:cNvSpPr>
          <p:nvPr/>
        </p:nvSpPr>
        <p:spPr>
          <a:xfrm>
            <a:off x="5897312" y="3602038"/>
            <a:ext cx="57302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/>
              <a:t>y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B871843D-0883-EB06-DA3D-9EBA602F3080}"/>
                  </a:ext>
                </a:extLst>
              </p14:cNvPr>
              <p14:cNvContentPartPr/>
              <p14:nvPr/>
            </p14:nvContentPartPr>
            <p14:xfrm>
              <a:off x="1133175" y="3095550"/>
              <a:ext cx="360" cy="3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B871843D-0883-EB06-DA3D-9EBA602F308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27055" y="3089430"/>
                <a:ext cx="12600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11" name="Conector recto 10">
            <a:extLst>
              <a:ext uri="{FF2B5EF4-FFF2-40B4-BE49-F238E27FC236}">
                <a16:creationId xmlns:a16="http://schemas.microsoft.com/office/drawing/2014/main" id="{AD1FF79A-F404-4C13-8BEE-2D19D60C99B5}"/>
              </a:ext>
            </a:extLst>
          </p:cNvPr>
          <p:cNvSpPr/>
          <p:nvPr/>
        </p:nvSpPr>
        <p:spPr>
          <a:xfrm rot="6812815">
            <a:off x="85360" y="5232600"/>
            <a:ext cx="1097280" cy="0"/>
          </a:xfrm>
          <a:prstGeom prst="line">
            <a:avLst/>
          </a:prstGeom>
          <a:solidFill>
            <a:srgbClr val="000000">
              <a:alpha val="5000"/>
            </a:srgbClr>
          </a:solidFill>
          <a:ln w="126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wrap="none" rtlCol="0" anchor="ctr" anchorCtr="1"/>
          <a:lstStyle/>
          <a:p>
            <a:endParaRPr lang="en-US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7328118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7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101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251"/>
                            </p:stCondLst>
                            <p:childTnLst>
                              <p:par>
                                <p:cTn id="11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1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1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1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1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1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1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1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1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1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8" grpId="0"/>
      <p:bldP spid="10" grpId="0"/>
      <p:bldP spid="16" grpId="0"/>
      <p:bldP spid="17" grpId="0"/>
      <p:bldP spid="1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BE40B0-7AFB-B285-5066-7B441A27BF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Tech: Advanced app-dev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080C78-579B-6737-72DA-8EFC61A29C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4690963"/>
      </p:ext>
    </p:extLst>
  </p:cSld>
  <p:clrMapOvr>
    <a:masterClrMapping/>
  </p:clrMapOvr>
</p:sld>
</file>

<file path=ppt/theme/theme1.xml><?xml version="1.0" encoding="utf-8"?>
<a:theme xmlns:a="http://schemas.openxmlformats.org/drawingml/2006/main" name="Vapor Trail">
  <a:themeElements>
    <a:clrScheme name="Vapor Trail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Vapor Trail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apor Trail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8F31A783-2159-4870-BC29-2BA7D038EA4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Vapor Trail</Template>
  <TotalTime>222</TotalTime>
  <Words>13</Words>
  <Application>Microsoft Office PowerPoint</Application>
  <PresentationFormat>Widescreen</PresentationFormat>
  <Paragraphs>6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Century Gothic</vt:lpstr>
      <vt:lpstr>Vapor Trail</vt:lpstr>
      <vt:lpstr>Charlie’s Spring Term Presentation</vt:lpstr>
      <vt:lpstr>Tech: Advanced app-dev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Charlie Hatch</dc:creator>
  <cp:lastModifiedBy>Charlie Hatch</cp:lastModifiedBy>
  <cp:revision>13</cp:revision>
  <dcterms:created xsi:type="dcterms:W3CDTF">2026-06-10T15:46:05Z</dcterms:created>
  <dcterms:modified xsi:type="dcterms:W3CDTF">2026-06-17T15:20:51Z</dcterms:modified>
</cp:coreProperties>
</file>