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ink/ink1.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2.xml" ContentType="application/inkml+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
  </p:notesMasterIdLst>
  <p:sldIdLst>
    <p:sldId id="260" r:id="rId2"/>
    <p:sldId id="261" r:id="rId3"/>
    <p:sldId id="262" r:id="rId4"/>
    <p:sldId id="263" r:id="rId5"/>
    <p:sldId id="264" r:id="rId6"/>
    <p:sldId id="266"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98B00B-2615-DA7F-16DD-BEDBD145F26F}" v="142" dt="2026-06-22T15:26:48.182"/>
    <p1510:client id="{B3D8BC0C-D2E7-1DB9-11BC-BCF84AD0F7D9}" v="385" dt="2026-06-23T17:03:14.1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1" d="100"/>
          <a:sy n="101" d="100"/>
        </p:scale>
        <p:origin x="91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15T16:24:39.144"/>
    </inkml:context>
    <inkml:brush xml:id="br0">
      <inkml:brushProperty name="width" value="0.035" units="cm"/>
      <inkml:brushProperty name="height" value="0.035" units="cm"/>
    </inkml:brush>
  </inkml:definitions>
  <inkml:trace contextRef="#ctx0" brushRef="#br0">0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22T16:59:40.400"/>
    </inkml:context>
    <inkml:brush xml:id="br0">
      <inkml:brushProperty name="width" value="0.1" units="cm"/>
      <inkml:brushProperty name="height" value="0.1" units="cm"/>
    </inkml:brush>
  </inkml:definitions>
  <inkml:trace contextRef="#ctx0" brushRef="#br0">9366 5821 16383 0 0,'9'4'0'0'0,"11"2"0"0"0,15-1 0 0 0,19 4 0 0 0,26 8 0 0 0,20 2 0 0 0,33 2 0 0 0,27-3 0 0 0,21-5 0 0 0,22-4 0 0 0,12-3 0 0 0,2-4 0 0 0,-4-1 0 0 0,-18-1 0 0 0,-25 3 0 0 0,-32 2 0 0 0,-32-1 0 0 0,-25 0 0 0 0,-17-1 0 0 0,9-1 0 0 0,15-1 0 0 0,14-1 0 0 0,14 0 0 0 0,18 0 0 0 0,4 0 0 0 0,-5-1 0 0 0,-21 1 0 0 0,-21 0 0 0 0,-8 0 0 0 0,3 0 0 0 0,-5 0 0 0 0,-3 0 0 0 0,-11 4 0 0 0,-16 2 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AFE299-D31D-47C2-B46C-C3B1749D6A86}" type="datetimeFigureOut">
              <a:rPr lang="en-US" smtClean="0"/>
              <a:t>6/23/2026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BF2809-F272-465C-B573-2DAF6CD206A2}" type="slidenum">
              <a:rPr lang="en-US" smtClean="0"/>
              <a:t>‹#›</a:t>
            </a:fld>
            <a:endParaRPr lang="en-US"/>
          </a:p>
        </p:txBody>
      </p:sp>
    </p:spTree>
    <p:extLst>
      <p:ext uri="{BB962C8B-B14F-4D97-AF65-F5344CB8AC3E}">
        <p14:creationId xmlns:p14="http://schemas.microsoft.com/office/powerpoint/2010/main" val="2544104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third debugging, say the “those are my 3” joke</a:t>
            </a:r>
          </a:p>
        </p:txBody>
      </p:sp>
      <p:sp>
        <p:nvSpPr>
          <p:cNvPr id="4" name="Slide Number Placeholder 3"/>
          <p:cNvSpPr>
            <a:spLocks noGrp="1"/>
          </p:cNvSpPr>
          <p:nvPr>
            <p:ph type="sldNum" sz="quarter" idx="5"/>
          </p:nvPr>
        </p:nvSpPr>
        <p:spPr/>
        <p:txBody>
          <a:bodyPr/>
          <a:lstStyle/>
          <a:p>
            <a:fld id="{4BBF2809-F272-465C-B573-2DAF6CD206A2}" type="slidenum">
              <a:rPr lang="en-US" smtClean="0"/>
              <a:t>2</a:t>
            </a:fld>
            <a:endParaRPr lang="en-US"/>
          </a:p>
        </p:txBody>
      </p:sp>
    </p:spTree>
    <p:extLst>
      <p:ext uri="{BB962C8B-B14F-4D97-AF65-F5344CB8AC3E}">
        <p14:creationId xmlns:p14="http://schemas.microsoft.com/office/powerpoint/2010/main" val="11777850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“who am you”, explain the whole “the questions where in first person”</a:t>
            </a:r>
          </a:p>
          <a:p>
            <a:endParaRPr lang="en-US" dirty="0"/>
          </a:p>
          <a:p>
            <a:r>
              <a:rPr lang="en-US" dirty="0"/>
              <a:t>Explain reason chose </a:t>
            </a:r>
            <a:r>
              <a:rPr lang="en-US" dirty="0" err="1"/>
              <a:t>shipchannel</a:t>
            </a:r>
            <a:r>
              <a:rPr lang="en-US" dirty="0"/>
              <a:t>?</a:t>
            </a:r>
          </a:p>
        </p:txBody>
      </p:sp>
      <p:sp>
        <p:nvSpPr>
          <p:cNvPr id="4" name="Slide Number Placeholder 3"/>
          <p:cNvSpPr>
            <a:spLocks noGrp="1"/>
          </p:cNvSpPr>
          <p:nvPr>
            <p:ph type="sldNum" sz="quarter" idx="5"/>
          </p:nvPr>
        </p:nvSpPr>
        <p:spPr/>
        <p:txBody>
          <a:bodyPr/>
          <a:lstStyle/>
          <a:p>
            <a:fld id="{4BBF2809-F272-465C-B573-2DAF6CD206A2}" type="slidenum">
              <a:rPr lang="en-US" smtClean="0"/>
              <a:t>3</a:t>
            </a:fld>
            <a:endParaRPr lang="en-US"/>
          </a:p>
        </p:txBody>
      </p:sp>
    </p:spTree>
    <p:extLst>
      <p:ext uri="{BB962C8B-B14F-4D97-AF65-F5344CB8AC3E}">
        <p14:creationId xmlns:p14="http://schemas.microsoft.com/office/powerpoint/2010/main" val="21874391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a:t>
            </a:r>
            <a:r>
              <a:rPr lang="en-US" dirty="0" err="1"/>
              <a:t>deltais</a:t>
            </a:r>
            <a:r>
              <a:rPr lang="en-US" dirty="0"/>
              <a:t> on discussions?</a:t>
            </a:r>
          </a:p>
        </p:txBody>
      </p:sp>
      <p:sp>
        <p:nvSpPr>
          <p:cNvPr id="4" name="Slide Number Placeholder 3"/>
          <p:cNvSpPr>
            <a:spLocks noGrp="1"/>
          </p:cNvSpPr>
          <p:nvPr>
            <p:ph type="sldNum" sz="quarter" idx="5"/>
          </p:nvPr>
        </p:nvSpPr>
        <p:spPr/>
        <p:txBody>
          <a:bodyPr/>
          <a:lstStyle/>
          <a:p>
            <a:fld id="{4BBF2809-F272-465C-B573-2DAF6CD206A2}" type="slidenum">
              <a:rPr lang="en-US" smtClean="0"/>
              <a:t>4</a:t>
            </a:fld>
            <a:endParaRPr lang="en-US"/>
          </a:p>
        </p:txBody>
      </p:sp>
    </p:spTree>
    <p:extLst>
      <p:ext uri="{BB962C8B-B14F-4D97-AF65-F5344CB8AC3E}">
        <p14:creationId xmlns:p14="http://schemas.microsoft.com/office/powerpoint/2010/main" val="382524356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ctrTitle"/>
          </p:nvPr>
        </p:nvSpPr>
        <p:spPr>
          <a:xfrm>
            <a:off x="1371600" y="1803405"/>
            <a:ext cx="9448800" cy="1825096"/>
          </a:xfrm>
        </p:spPr>
        <p:txBody>
          <a:bodyPr anchor="b">
            <a:normAutofit/>
          </a:bodyPr>
          <a:lstStyle>
            <a:lvl1pPr algn="l">
              <a:defRPr sz="6000"/>
            </a:lvl1pPr>
          </a:lstStyle>
          <a:p>
            <a:r>
              <a:rPr lang="en-US"/>
              <a:t>Click to edit Master title style</a:t>
            </a:r>
            <a:endParaRPr lang="en-US" dirty="0"/>
          </a:p>
        </p:txBody>
      </p:sp>
      <p:sp>
        <p:nvSpPr>
          <p:cNvPr id="3" name="Subtitle 2"/>
          <p:cNvSpPr>
            <a:spLocks noGrp="1"/>
          </p:cNvSpPr>
          <p:nvPr>
            <p:ph type="subTitle" idx="1"/>
          </p:nvPr>
        </p:nvSpPr>
        <p:spPr>
          <a:xfrm>
            <a:off x="1371600" y="3632201"/>
            <a:ext cx="9448800" cy="685800"/>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909561" y="4314328"/>
            <a:ext cx="2910840" cy="374642"/>
          </a:xfrm>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1371600" y="4323845"/>
            <a:ext cx="6400800" cy="365125"/>
          </a:xfrm>
        </p:spPr>
        <p:txBody>
          <a:bodyPr/>
          <a:lstStyle/>
          <a:p>
            <a:endParaRPr lang="en-US"/>
          </a:p>
        </p:txBody>
      </p:sp>
      <p:sp>
        <p:nvSpPr>
          <p:cNvPr id="6" name="Slide Number Placeholder 5"/>
          <p:cNvSpPr>
            <a:spLocks noGrp="1"/>
          </p:cNvSpPr>
          <p:nvPr>
            <p:ph type="sldNum" sz="quarter" idx="12"/>
          </p:nvPr>
        </p:nvSpPr>
        <p:spPr>
          <a:xfrm>
            <a:off x="8077200" y="1430866"/>
            <a:ext cx="2743200"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264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1735461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3"/>
            <a:ext cx="10820399" cy="2801935"/>
          </a:xfrm>
        </p:spPr>
        <p:txBody>
          <a:bodyPr anchor="b">
            <a:normAutofit/>
          </a:bodyPr>
          <a:lstStyle>
            <a:lvl1pPr algn="r">
              <a:defRPr sz="4000"/>
            </a:lvl1pPr>
          </a:lstStyle>
          <a:p>
            <a:r>
              <a:rPr lang="en-US"/>
              <a:t>Click to edit Master title style</a:t>
            </a:r>
            <a:endParaRPr lang="en-US" dirty="0"/>
          </a:p>
        </p:txBody>
      </p:sp>
      <p:sp>
        <p:nvSpPr>
          <p:cNvPr id="3" name="Text Placeholder 2"/>
          <p:cNvSpPr>
            <a:spLocks noGrp="1"/>
          </p:cNvSpPr>
          <p:nvPr>
            <p:ph type="body" idx="1"/>
          </p:nvPr>
        </p:nvSpPr>
        <p:spPr>
          <a:xfrm>
            <a:off x="1024467" y="3641725"/>
            <a:ext cx="10490200" cy="955675"/>
          </a:xfrm>
        </p:spPr>
        <p:txBody>
          <a:bodyPr>
            <a:normAutofit/>
          </a:bodyPr>
          <a:lstStyle>
            <a:lvl1pPr marL="0" indent="0" algn="r">
              <a:buNone/>
              <a:defRPr sz="2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685800" y="381001"/>
            <a:ext cx="6991492" cy="36406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871263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194559"/>
            <a:ext cx="5334000" cy="40241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1519847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895600" y="762000"/>
            <a:ext cx="8610600" cy="1295400"/>
          </a:xfrm>
        </p:spPr>
        <p:txBody>
          <a:bodyPr/>
          <a:lstStyle/>
          <a:p>
            <a:r>
              <a:rPr lang="en-US"/>
              <a:t>Click to edit Master title style</a:t>
            </a:r>
            <a:endParaRPr lang="en-US" dirty="0"/>
          </a:p>
        </p:txBody>
      </p:sp>
      <p:sp>
        <p:nvSpPr>
          <p:cNvPr id="3" name="Text Placeholder 2"/>
          <p:cNvSpPr>
            <a:spLocks noGrp="1"/>
          </p:cNvSpPr>
          <p:nvPr>
            <p:ph type="body" idx="1"/>
          </p:nvPr>
        </p:nvSpPr>
        <p:spPr>
          <a:xfrm>
            <a:off x="914409" y="2183802"/>
            <a:ext cx="5079991"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0" y="3132666"/>
            <a:ext cx="5311775"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0" y="2183802"/>
            <a:ext cx="5105400" cy="823912"/>
          </a:xfrm>
        </p:spPr>
        <p:txBody>
          <a:bodyPr anchor="b">
            <a:norm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132666"/>
            <a:ext cx="5334000" cy="30860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001F3D3-B64E-45E5-A774-FFEE7077F3D9}" type="datetimeFigureOut">
              <a:rPr lang="en-US" smtClean="0"/>
              <a:t>6/23/2026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427326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017964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001F3D3-B64E-45E5-A774-FFEE7077F3D9}" type="datetimeFigureOut">
              <a:rPr lang="en-US" smtClean="0"/>
              <a:t>6/23/2026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263286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4114800" cy="1600200"/>
          </a:xfrm>
        </p:spPr>
        <p:txBody>
          <a:bodyPr anchor="b"/>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4995582" y="746759"/>
            <a:ext cx="6510618" cy="5471925"/>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124199"/>
            <a:ext cx="411480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99341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0"/>
            <a:ext cx="6873240" cy="1600200"/>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861238" y="751241"/>
            <a:ext cx="3644962" cy="546744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3124199"/>
            <a:ext cx="6873240" cy="309448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8837617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5777" y="4697360"/>
            <a:ext cx="10822034" cy="819355"/>
          </a:xfrm>
        </p:spPr>
        <p:txBody>
          <a:bodyPr anchor="b"/>
          <a:lstStyle>
            <a:lvl1pPr algn="l">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1727" y="941439"/>
            <a:ext cx="10821840" cy="3478161"/>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5800" y="5516715"/>
            <a:ext cx="10820400" cy="701969"/>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8277022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685800" y="753532"/>
            <a:ext cx="10820400" cy="2802467"/>
          </a:xfrm>
        </p:spPr>
        <p:txBody>
          <a:bodyPr anchor="ct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9133"/>
            <a:ext cx="10130516" cy="99906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5142669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pic>
        <p:nvPicPr>
          <p:cNvPr id="13" name="Picture 12"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67" y="753533"/>
            <a:ext cx="10151533" cy="2604495"/>
          </a:xfrm>
        </p:spPr>
        <p:txBody>
          <a:bodyPr anchor="ctr"/>
          <a:lstStyle>
            <a:lvl1pPr algn="l">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303865" y="3365556"/>
            <a:ext cx="9592736" cy="444443"/>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024467" y="3959862"/>
            <a:ext cx="10151533" cy="679871"/>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81000"/>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9941"/>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
        <p:nvSpPr>
          <p:cNvPr id="9" name="TextBox 8"/>
          <p:cNvSpPr txBox="1"/>
          <p:nvPr/>
        </p:nvSpPr>
        <p:spPr>
          <a:xfrm>
            <a:off x="476250" y="93345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0" name="TextBox 9"/>
          <p:cNvSpPr txBox="1"/>
          <p:nvPr/>
        </p:nvSpPr>
        <p:spPr>
          <a:xfrm>
            <a:off x="10984230" y="270129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911734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pic>
        <p:nvPicPr>
          <p:cNvPr id="9" name="Picture 8"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Title 1"/>
          <p:cNvSpPr>
            <a:spLocks noGrp="1"/>
          </p:cNvSpPr>
          <p:nvPr>
            <p:ph type="title"/>
          </p:nvPr>
        </p:nvSpPr>
        <p:spPr>
          <a:xfrm>
            <a:off x="1024495" y="1124701"/>
            <a:ext cx="10146186" cy="2511835"/>
          </a:xfrm>
        </p:spPr>
        <p:txBody>
          <a:bodyPr anchor="b"/>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024467" y="3648315"/>
            <a:ext cx="10144654" cy="99988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814452" y="378883"/>
            <a:ext cx="2910840" cy="365125"/>
          </a:xfrm>
        </p:spPr>
        <p:txBody>
          <a:bodyPr/>
          <a:lstStyle>
            <a:lvl1pPr algn="r">
              <a:defRPr/>
            </a:lvl1pPr>
          </a:lstStyle>
          <a:p>
            <a:fld id="{3001F3D3-B64E-45E5-A774-FFEE7077F3D9}" type="datetimeFigureOut">
              <a:rPr lang="en-US" smtClean="0"/>
              <a:t>6/23/2026</a:t>
            </a:fld>
            <a:endParaRPr lang="en-US"/>
          </a:p>
        </p:txBody>
      </p:sp>
      <p:sp>
        <p:nvSpPr>
          <p:cNvPr id="6" name="Footer Placeholder 5"/>
          <p:cNvSpPr>
            <a:spLocks noGrp="1"/>
          </p:cNvSpPr>
          <p:nvPr>
            <p:ph type="ftr" sz="quarter" idx="11"/>
          </p:nvPr>
        </p:nvSpPr>
        <p:spPr>
          <a:xfrm>
            <a:off x="685800" y="378883"/>
            <a:ext cx="6991492" cy="365125"/>
          </a:xfrm>
        </p:spPr>
        <p:txBody>
          <a:bodyPr/>
          <a:lstStyle/>
          <a:p>
            <a:endParaRPr lang="en-US"/>
          </a:p>
        </p:txBody>
      </p:sp>
      <p:sp>
        <p:nvSpPr>
          <p:cNvPr id="7" name="Slide Number Placeholder 6"/>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8005352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2895600" y="761999"/>
            <a:ext cx="8610599" cy="1303867"/>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800" y="2202080"/>
            <a:ext cx="3456432" cy="617320"/>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5799"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368800" y="2201333"/>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366858" y="2904067"/>
            <a:ext cx="3456432" cy="331461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8051800" y="2192866"/>
            <a:ext cx="3456432" cy="626534"/>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8051801" y="2904565"/>
            <a:ext cx="3456432" cy="331413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1338951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2895600" y="762000"/>
            <a:ext cx="8610599" cy="12954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8618" y="4191000"/>
            <a:ext cx="3451582"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8618" y="2362200"/>
            <a:ext cx="3451582"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8618" y="4873764"/>
            <a:ext cx="3451582"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374263" y="4191000"/>
            <a:ext cx="3448935"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374263" y="2362200"/>
            <a:ext cx="3448936"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374264" y="4873763"/>
            <a:ext cx="344893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8049731" y="4191000"/>
            <a:ext cx="3456469" cy="682765"/>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49855" y="2362200"/>
            <a:ext cx="3447878"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8049731" y="4873761"/>
            <a:ext cx="3452445" cy="1344921"/>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001F3D3-B64E-45E5-A774-FFEE7077F3D9}" type="datetimeFigureOut">
              <a:rPr lang="en-US" smtClean="0"/>
              <a:t>6/23/2026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40062124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685800" y="2194559"/>
            <a:ext cx="10820400" cy="40241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24336484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pic>
        <p:nvPicPr>
          <p:cNvPr id="8" name="Picture 7" descr="C0-HD-BT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4375150"/>
            <a:ext cx="12192000" cy="2482850"/>
          </a:xfrm>
          <a:prstGeom prst="rect">
            <a:avLst/>
          </a:prstGeom>
        </p:spPr>
      </p:pic>
      <p:sp>
        <p:nvSpPr>
          <p:cNvPr id="2" name="Vertical Title 1"/>
          <p:cNvSpPr>
            <a:spLocks noGrp="1"/>
          </p:cNvSpPr>
          <p:nvPr>
            <p:ph type="title" orient="vert"/>
          </p:nvPr>
        </p:nvSpPr>
        <p:spPr>
          <a:xfrm>
            <a:off x="9448800" y="745066"/>
            <a:ext cx="2057400" cy="3903133"/>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024466" y="745067"/>
            <a:ext cx="8204201" cy="39031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7814452" y="379941"/>
            <a:ext cx="2910840" cy="365125"/>
          </a:xfrm>
        </p:spPr>
        <p:txBody>
          <a:bodyPr/>
          <a:lstStyle>
            <a:lvl1pPr algn="r">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11"/>
          </p:nvPr>
        </p:nvSpPr>
        <p:spPr>
          <a:xfrm>
            <a:off x="685800" y="381000"/>
            <a:ext cx="6991492" cy="365125"/>
          </a:xfrm>
        </p:spPr>
        <p:txBody>
          <a:bodyPr/>
          <a:lstStyle/>
          <a:p>
            <a:endParaRPr lang="en-US"/>
          </a:p>
        </p:txBody>
      </p:sp>
      <p:sp>
        <p:nvSpPr>
          <p:cNvPr id="6" name="Slide Number Placeholder 5"/>
          <p:cNvSpPr>
            <a:spLocks noGrp="1"/>
          </p:cNvSpPr>
          <p:nvPr>
            <p:ph type="sldNum" sz="quarter" idx="12"/>
          </p:nvPr>
        </p:nvSpPr>
        <p:spPr>
          <a:xfrm>
            <a:off x="10862452" y="381000"/>
            <a:ext cx="643748" cy="365125"/>
          </a:xfrm>
        </p:spPr>
        <p:txBody>
          <a:bodyPr/>
          <a:lstStyle/>
          <a:p>
            <a:fld id="{97D21221-C6A6-4006-A191-9AD020835639}" type="slidenum">
              <a:rPr lang="en-US" smtClean="0"/>
              <a:t>‹#›</a:t>
            </a:fld>
            <a:endParaRPr lang="en-US"/>
          </a:p>
        </p:txBody>
      </p:sp>
    </p:spTree>
    <p:extLst>
      <p:ext uri="{BB962C8B-B14F-4D97-AF65-F5344CB8AC3E}">
        <p14:creationId xmlns:p14="http://schemas.microsoft.com/office/powerpoint/2010/main" val="37886966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6" descr="C0-HD-TOP.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92000" cy="1441450"/>
          </a:xfrm>
          <a:prstGeom prst="rect">
            <a:avLst/>
          </a:prstGeom>
        </p:spPr>
      </p:pic>
      <p:sp>
        <p:nvSpPr>
          <p:cNvPr id="2" name="Title Placeholder 1"/>
          <p:cNvSpPr>
            <a:spLocks noGrp="1"/>
          </p:cNvSpPr>
          <p:nvPr>
            <p:ph type="title"/>
          </p:nvPr>
        </p:nvSpPr>
        <p:spPr>
          <a:xfrm>
            <a:off x="2895600" y="764373"/>
            <a:ext cx="8610600" cy="129302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0" y="2194560"/>
            <a:ext cx="10820400" cy="40241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95360" y="6356350"/>
            <a:ext cx="291084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3001F3D3-B64E-45E5-A774-FFEE7077F3D9}" type="datetimeFigureOut">
              <a:rPr lang="en-US" smtClean="0"/>
              <a:t>6/23/2026</a:t>
            </a:fld>
            <a:endParaRPr lang="en-US"/>
          </a:p>
        </p:txBody>
      </p:sp>
      <p:sp>
        <p:nvSpPr>
          <p:cNvPr id="5" name="Footer Placeholder 4"/>
          <p:cNvSpPr>
            <a:spLocks noGrp="1"/>
          </p:cNvSpPr>
          <p:nvPr>
            <p:ph type="ftr" sz="quarter" idx="3"/>
          </p:nvPr>
        </p:nvSpPr>
        <p:spPr>
          <a:xfrm>
            <a:off x="685800" y="6355845"/>
            <a:ext cx="777240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63000" y="381000"/>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97D21221-C6A6-4006-A191-9AD020835639}" type="slidenum">
              <a:rPr lang="en-US" smtClean="0"/>
              <a:t>‹#›</a:t>
            </a:fld>
            <a:endParaRPr lang="en-US"/>
          </a:p>
        </p:txBody>
      </p:sp>
    </p:spTree>
    <p:extLst>
      <p:ext uri="{BB962C8B-B14F-4D97-AF65-F5344CB8AC3E}">
        <p14:creationId xmlns:p14="http://schemas.microsoft.com/office/powerpoint/2010/main" val="254159640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r" defTabSz="914400" rtl="0" eaLnBrk="1" latinLnBrk="0" hangingPunct="1">
        <a:lnSpc>
          <a:spcPct val="90000"/>
        </a:lnSpc>
        <a:spcBef>
          <a:spcPct val="0"/>
        </a:spcBef>
        <a:buNone/>
        <a:defRPr sz="4000" kern="1200" cap="all"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customXml" Target="../ink/ink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customXml" Target="../ink/ink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71FAF-C6B0-38AC-9F95-1D6B0F02C1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67BC7-8656-F7ED-1039-66F678C88F45}"/>
              </a:ext>
            </a:extLst>
          </p:cNvPr>
          <p:cNvSpPr>
            <a:spLocks noGrp="1"/>
          </p:cNvSpPr>
          <p:nvPr>
            <p:ph type="ctrTitle"/>
          </p:nvPr>
        </p:nvSpPr>
        <p:spPr>
          <a:xfrm>
            <a:off x="1524000" y="1771649"/>
            <a:ext cx="9144000" cy="1738313"/>
          </a:xfrm>
        </p:spPr>
        <p:txBody>
          <a:bodyPr>
            <a:normAutofit fontScale="90000"/>
          </a:bodyPr>
          <a:lstStyle/>
          <a:p>
            <a:r>
              <a:rPr lang="en-US" dirty="0"/>
              <a:t>Charlie’s</a:t>
            </a:r>
            <a:br>
              <a:rPr lang="en-US" dirty="0"/>
            </a:br>
            <a:r>
              <a:rPr lang="en-US" dirty="0"/>
              <a:t>Spring Term Presentation</a:t>
            </a:r>
          </a:p>
        </p:txBody>
      </p:sp>
      <p:sp>
        <p:nvSpPr>
          <p:cNvPr id="8" name="Subtitle 2">
            <a:extLst>
              <a:ext uri="{FF2B5EF4-FFF2-40B4-BE49-F238E27FC236}">
                <a16:creationId xmlns:a16="http://schemas.microsoft.com/office/drawing/2014/main" id="{3A43815D-8181-84B3-7647-DDD66602B421}"/>
              </a:ext>
            </a:extLst>
          </p:cNvPr>
          <p:cNvSpPr txBox="1">
            <a:spLocks/>
          </p:cNvSpPr>
          <p:nvPr/>
        </p:nvSpPr>
        <p:spPr>
          <a:xfrm>
            <a:off x="5076728" y="4032504"/>
            <a:ext cx="1167384"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Charlie</a:t>
            </a:r>
          </a:p>
        </p:txBody>
      </p:sp>
      <p:sp>
        <p:nvSpPr>
          <p:cNvPr id="10" name="Subtitle 2">
            <a:extLst>
              <a:ext uri="{FF2B5EF4-FFF2-40B4-BE49-F238E27FC236}">
                <a16:creationId xmlns:a16="http://schemas.microsoft.com/office/drawing/2014/main" id="{4AA1E5B6-F66B-5C77-EE50-BF9E9417468A}"/>
              </a:ext>
            </a:extLst>
          </p:cNvPr>
          <p:cNvSpPr txBox="1">
            <a:spLocks/>
          </p:cNvSpPr>
          <p:nvPr/>
        </p:nvSpPr>
        <p:spPr>
          <a:xfrm>
            <a:off x="6075904" y="4032504"/>
            <a:ext cx="1021080" cy="430466"/>
          </a:xfrm>
          <a:prstGeom prst="rect">
            <a:avLst/>
          </a:prstGeom>
        </p:spPr>
        <p:txBody>
          <a:bodyPr vert="horz" lIns="91440" tIns="45720" rIns="91440" bIns="45720" rtlCol="0">
            <a:normAutofit fontScale="925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Hatch</a:t>
            </a:r>
          </a:p>
        </p:txBody>
      </p:sp>
      <p:sp>
        <p:nvSpPr>
          <p:cNvPr id="16" name="Subtitle 2">
            <a:extLst>
              <a:ext uri="{FF2B5EF4-FFF2-40B4-BE49-F238E27FC236}">
                <a16:creationId xmlns:a16="http://schemas.microsoft.com/office/drawing/2014/main" id="{80C038D9-E5C4-4AAC-F408-A2AC791A02D6}"/>
              </a:ext>
            </a:extLst>
          </p:cNvPr>
          <p:cNvSpPr txBox="1">
            <a:spLocks/>
          </p:cNvSpPr>
          <p:nvPr/>
        </p:nvSpPr>
        <p:spPr>
          <a:xfrm>
            <a:off x="5707948" y="3628503"/>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dirty="0"/>
              <a:t>B</a:t>
            </a:r>
          </a:p>
        </p:txBody>
      </p:sp>
      <p:sp>
        <p:nvSpPr>
          <p:cNvPr id="17" name="Subtitle 2">
            <a:extLst>
              <a:ext uri="{FF2B5EF4-FFF2-40B4-BE49-F238E27FC236}">
                <a16:creationId xmlns:a16="http://schemas.microsoft.com/office/drawing/2014/main" id="{D77FA4EE-35F5-0F5A-3208-8DFF3CE03759}"/>
              </a:ext>
            </a:extLst>
          </p:cNvPr>
          <p:cNvSpPr txBox="1">
            <a:spLocks/>
          </p:cNvSpPr>
          <p:nvPr/>
        </p:nvSpPr>
        <p:spPr>
          <a:xfrm>
            <a:off x="5897312" y="3602038"/>
            <a:ext cx="573024" cy="430466"/>
          </a:xfrm>
          <a:prstGeom prst="rect">
            <a:avLst/>
          </a:prstGeom>
        </p:spPr>
        <p:txBody>
          <a:bodyPr vert="horz" lIns="91440" tIns="45720" rIns="91440" bIns="45720" rtlCol="0">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2800" b="1" dirty="0"/>
              <a:t>y</a:t>
            </a:r>
          </a:p>
        </p:txBody>
      </p:sp>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B871843D-0883-EB06-DA3D-9EBA602F3080}"/>
                  </a:ext>
                </a:extLst>
              </p14:cNvPr>
              <p14:cNvContentPartPr/>
              <p14:nvPr/>
            </p14:nvContentPartPr>
            <p14:xfrm>
              <a:off x="1133175" y="3095550"/>
              <a:ext cx="360" cy="360"/>
            </p14:xfrm>
          </p:contentPart>
        </mc:Choice>
        <mc:Fallback xmlns="">
          <p:pic>
            <p:nvPicPr>
              <p:cNvPr id="4" name="Ink 3">
                <a:extLst>
                  <a:ext uri="{FF2B5EF4-FFF2-40B4-BE49-F238E27FC236}">
                    <a16:creationId xmlns:a16="http://schemas.microsoft.com/office/drawing/2014/main" id="{B871843D-0883-EB06-DA3D-9EBA602F3080}"/>
                  </a:ext>
                </a:extLst>
              </p:cNvPr>
              <p:cNvPicPr/>
              <p:nvPr/>
            </p:nvPicPr>
            <p:blipFill>
              <a:blip r:embed="rId3"/>
              <a:stretch>
                <a:fillRect/>
              </a:stretch>
            </p:blipFill>
            <p:spPr>
              <a:xfrm>
                <a:off x="1127055" y="3089430"/>
                <a:ext cx="12600" cy="12600"/>
              </a:xfrm>
              <a:prstGeom prst="rect">
                <a:avLst/>
              </a:prstGeom>
            </p:spPr>
          </p:pic>
        </mc:Fallback>
      </mc:AlternateContent>
      <p:sp>
        <p:nvSpPr>
          <p:cNvPr id="11" name="Conector recto 10">
            <a:extLst>
              <a:ext uri="{FF2B5EF4-FFF2-40B4-BE49-F238E27FC236}">
                <a16:creationId xmlns:a16="http://schemas.microsoft.com/office/drawing/2014/main" id="{AD1FF79A-F404-4C13-8BEE-2D19D60C99B5}"/>
              </a:ext>
            </a:extLst>
          </p:cNvPr>
          <p:cNvSpPr/>
          <p:nvPr/>
        </p:nvSpPr>
        <p:spPr>
          <a:xfrm rot="6812815">
            <a:off x="85360" y="5232600"/>
            <a:ext cx="1097280" cy="0"/>
          </a:xfrm>
          <a:prstGeom prst="line">
            <a:avLst/>
          </a:prstGeom>
          <a:solidFill>
            <a:srgbClr val="000000">
              <a:alpha val="5000"/>
            </a:srgbClr>
          </a:solidFill>
          <a:ln w="12600">
            <a:solidFill>
              <a:schemeClr val="bg1"/>
            </a:solidFill>
          </a:ln>
        </p:spPr>
        <p:style>
          <a:lnRef idx="2">
            <a:schemeClr val="accent1"/>
          </a:lnRef>
          <a:fillRef idx="0">
            <a:schemeClr val="accent1"/>
          </a:fillRef>
          <a:effectRef idx="1">
            <a:schemeClr val="accent1"/>
          </a:effectRef>
          <a:fontRef idx="minor">
            <a:schemeClr val="tx1"/>
          </a:fontRef>
        </p:style>
        <p:txBody>
          <a:bodyPr wrap="none" rtlCol="0" anchor="ctr" anchorCtr="1"/>
          <a:lstStyle/>
          <a:p>
            <a:endParaRPr lang="en-US">
              <a:solidFill>
                <a:srgbClr val="000000"/>
              </a:solidFill>
            </a:endParaRPr>
          </a:p>
        </p:txBody>
      </p:sp>
    </p:spTree>
    <p:extLst>
      <p:ext uri="{BB962C8B-B14F-4D97-AF65-F5344CB8AC3E}">
        <p14:creationId xmlns:p14="http://schemas.microsoft.com/office/powerpoint/2010/main" val="337328118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70"/>
                                  </p:iterate>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2101"/>
                            </p:stCondLst>
                            <p:childTnLst>
                              <p:par>
                                <p:cTn id="8" presetID="1" presetClass="entr" presetSubtype="0" fill="hold" grpId="0" nodeType="afterEffect">
                                  <p:stCondLst>
                                    <p:cond delay="150"/>
                                  </p:stCondLst>
                                  <p:childTnLst>
                                    <p:set>
                                      <p:cBhvr>
                                        <p:cTn id="9" dur="1" fill="hold">
                                          <p:stCondLst>
                                            <p:cond delay="0"/>
                                          </p:stCondLst>
                                        </p:cTn>
                                        <p:tgtEl>
                                          <p:spTgt spid="11"/>
                                        </p:tgtEl>
                                        <p:attrNameLst>
                                          <p:attrName>style.visibility</p:attrName>
                                        </p:attrNameLst>
                                      </p:cBhvr>
                                      <p:to>
                                        <p:strVal val="visible"/>
                                      </p:to>
                                    </p:set>
                                  </p:childTnLst>
                                </p:cTn>
                              </p:par>
                            </p:childTnLst>
                          </p:cTn>
                        </p:par>
                        <p:par>
                          <p:cTn id="10" fill="hold">
                            <p:stCondLst>
                              <p:cond delay="2251"/>
                            </p:stCondLst>
                            <p:childTnLst>
                              <p:par>
                                <p:cTn id="11" presetID="2" presetClass="entr" presetSubtype="8" fill="hold" grpId="0" nodeType="after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1500" fill="hold"/>
                                        <p:tgtEl>
                                          <p:spTgt spid="10"/>
                                        </p:tgtEl>
                                        <p:attrNameLst>
                                          <p:attrName>ppt_x</p:attrName>
                                        </p:attrNameLst>
                                      </p:cBhvr>
                                      <p:tavLst>
                                        <p:tav tm="0">
                                          <p:val>
                                            <p:strVal val="0-#ppt_w/2"/>
                                          </p:val>
                                        </p:tav>
                                        <p:tav tm="100000">
                                          <p:val>
                                            <p:strVal val="#ppt_x"/>
                                          </p:val>
                                        </p:tav>
                                      </p:tavLst>
                                    </p:anim>
                                    <p:anim calcmode="lin" valueType="num">
                                      <p:cBhvr additive="base">
                                        <p:cTn id="14" dur="1500" fill="hold"/>
                                        <p:tgtEl>
                                          <p:spTgt spid="10"/>
                                        </p:tgtEl>
                                        <p:attrNameLst>
                                          <p:attrName>ppt_y</p:attrName>
                                        </p:attrNameLst>
                                      </p:cBhvr>
                                      <p:tavLst>
                                        <p:tav tm="0">
                                          <p:val>
                                            <p:strVal val="#ppt_y"/>
                                          </p:val>
                                        </p:tav>
                                        <p:tav tm="100000">
                                          <p:val>
                                            <p:strVal val="#ppt_y"/>
                                          </p:val>
                                        </p:tav>
                                      </p:tavLst>
                                    </p:anim>
                                  </p:childTnLst>
                                </p:cTn>
                              </p:par>
                              <p:par>
                                <p:cTn id="15" presetID="2" presetClass="entr" presetSubtype="2"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 calcmode="lin" valueType="num">
                                      <p:cBhvr additive="base">
                                        <p:cTn id="17" dur="1500" fill="hold"/>
                                        <p:tgtEl>
                                          <p:spTgt spid="8"/>
                                        </p:tgtEl>
                                        <p:attrNameLst>
                                          <p:attrName>ppt_x</p:attrName>
                                        </p:attrNameLst>
                                      </p:cBhvr>
                                      <p:tavLst>
                                        <p:tav tm="0">
                                          <p:val>
                                            <p:strVal val="1+#ppt_w/2"/>
                                          </p:val>
                                        </p:tav>
                                        <p:tav tm="100000">
                                          <p:val>
                                            <p:strVal val="#ppt_x"/>
                                          </p:val>
                                        </p:tav>
                                      </p:tavLst>
                                    </p:anim>
                                    <p:anim calcmode="lin" valueType="num">
                                      <p:cBhvr additive="base">
                                        <p:cTn id="18" dur="1500" fill="hold"/>
                                        <p:tgtEl>
                                          <p:spTgt spid="8"/>
                                        </p:tgtEl>
                                        <p:attrNameLst>
                                          <p:attrName>ppt_y</p:attrName>
                                        </p:attrNameLst>
                                      </p:cBhvr>
                                      <p:tavLst>
                                        <p:tav tm="0">
                                          <p:val>
                                            <p:strVal val="#ppt_y"/>
                                          </p:val>
                                        </p:tav>
                                        <p:tav tm="100000">
                                          <p:val>
                                            <p:strVal val="#ppt_y"/>
                                          </p:val>
                                        </p:tav>
                                      </p:tavLst>
                                    </p:anim>
                                  </p:childTnLst>
                                </p:cTn>
                              </p:par>
                              <p:par>
                                <p:cTn id="19" presetID="2" presetClass="entr" presetSubtype="6"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 calcmode="lin" valueType="num">
                                      <p:cBhvr additive="base">
                                        <p:cTn id="21" dur="1500" fill="hold"/>
                                        <p:tgtEl>
                                          <p:spTgt spid="16"/>
                                        </p:tgtEl>
                                        <p:attrNameLst>
                                          <p:attrName>ppt_x</p:attrName>
                                        </p:attrNameLst>
                                      </p:cBhvr>
                                      <p:tavLst>
                                        <p:tav tm="0">
                                          <p:val>
                                            <p:strVal val="1+#ppt_w/2"/>
                                          </p:val>
                                        </p:tav>
                                        <p:tav tm="100000">
                                          <p:val>
                                            <p:strVal val="#ppt_x"/>
                                          </p:val>
                                        </p:tav>
                                      </p:tavLst>
                                    </p:anim>
                                    <p:anim calcmode="lin" valueType="num">
                                      <p:cBhvr additive="base">
                                        <p:cTn id="22" dur="1500" fill="hold"/>
                                        <p:tgtEl>
                                          <p:spTgt spid="16"/>
                                        </p:tgtEl>
                                        <p:attrNameLst>
                                          <p:attrName>ppt_y</p:attrName>
                                        </p:attrNameLst>
                                      </p:cBhvr>
                                      <p:tavLst>
                                        <p:tav tm="0">
                                          <p:val>
                                            <p:strVal val="1+#ppt_h/2"/>
                                          </p:val>
                                        </p:tav>
                                        <p:tav tm="100000">
                                          <p:val>
                                            <p:strVal val="#ppt_y"/>
                                          </p:val>
                                        </p:tav>
                                      </p:tavLst>
                                    </p:anim>
                                  </p:childTnLst>
                                </p:cTn>
                              </p:par>
                              <p:par>
                                <p:cTn id="23" presetID="2" presetClass="entr" presetSubtype="12"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1500" fill="hold"/>
                                        <p:tgtEl>
                                          <p:spTgt spid="17"/>
                                        </p:tgtEl>
                                        <p:attrNameLst>
                                          <p:attrName>ppt_x</p:attrName>
                                        </p:attrNameLst>
                                      </p:cBhvr>
                                      <p:tavLst>
                                        <p:tav tm="0">
                                          <p:val>
                                            <p:strVal val="0-#ppt_w/2"/>
                                          </p:val>
                                        </p:tav>
                                        <p:tav tm="100000">
                                          <p:val>
                                            <p:strVal val="#ppt_x"/>
                                          </p:val>
                                        </p:tav>
                                      </p:tavLst>
                                    </p:anim>
                                    <p:anim calcmode="lin" valueType="num">
                                      <p:cBhvr additive="base">
                                        <p:cTn id="26" dur="1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p:bldP spid="10" grpId="0"/>
      <p:bldP spid="16" grpId="0"/>
      <p:bldP spid="17" grpId="0"/>
      <p:bldP spid="1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E40B0-7AFB-B285-5066-7B441A27BF72}"/>
              </a:ext>
            </a:extLst>
          </p:cNvPr>
          <p:cNvSpPr>
            <a:spLocks noGrp="1"/>
          </p:cNvSpPr>
          <p:nvPr>
            <p:ph type="title"/>
          </p:nvPr>
        </p:nvSpPr>
        <p:spPr/>
        <p:txBody>
          <a:bodyPr/>
          <a:lstStyle/>
          <a:p>
            <a:r>
              <a:rPr lang="en-US" dirty="0"/>
              <a:t>Tech: Advanced app-dev</a:t>
            </a:r>
          </a:p>
        </p:txBody>
      </p:sp>
      <p:sp>
        <p:nvSpPr>
          <p:cNvPr id="3" name="Content Placeholder 2">
            <a:extLst>
              <a:ext uri="{FF2B5EF4-FFF2-40B4-BE49-F238E27FC236}">
                <a16:creationId xmlns:a16="http://schemas.microsoft.com/office/drawing/2014/main" id="{D4080C78-579B-6737-72DA-8EFC61A29CE1}"/>
              </a:ext>
            </a:extLst>
          </p:cNvPr>
          <p:cNvSpPr>
            <a:spLocks noGrp="1"/>
          </p:cNvSpPr>
          <p:nvPr>
            <p:ph idx="1"/>
          </p:nvPr>
        </p:nvSpPr>
        <p:spPr/>
        <p:txBody>
          <a:bodyPr>
            <a:normAutofit lnSpcReduction="10000"/>
          </a:bodyPr>
          <a:lstStyle/>
          <a:p>
            <a:r>
              <a:rPr lang="en-US" dirty="0"/>
              <a:t>We worked on two things in advanced </a:t>
            </a:r>
            <a:r>
              <a:rPr lang="en-US" dirty="0" err="1"/>
              <a:t>appdev</a:t>
            </a:r>
            <a:r>
              <a:rPr lang="en-US" dirty="0"/>
              <a:t>.</a:t>
            </a:r>
          </a:p>
          <a:p>
            <a:pPr lvl="1"/>
            <a:r>
              <a:rPr lang="en-US" dirty="0"/>
              <a:t>One of the projects we worked on was the Snack Shack</a:t>
            </a:r>
          </a:p>
          <a:p>
            <a:pPr lvl="2"/>
            <a:r>
              <a:rPr lang="en-US" dirty="0"/>
              <a:t>In actuality, the most major was, as discussed by Ryan, actually databases and SQL. But I figured you have heard about that from him</a:t>
            </a:r>
          </a:p>
          <a:p>
            <a:pPr lvl="1"/>
            <a:r>
              <a:rPr lang="en-US" dirty="0"/>
              <a:t>Tasks used:</a:t>
            </a:r>
          </a:p>
          <a:p>
            <a:pPr lvl="2"/>
            <a:r>
              <a:rPr lang="en-US" dirty="0"/>
              <a:t>Debugging</a:t>
            </a:r>
          </a:p>
          <a:p>
            <a:pPr lvl="3"/>
            <a:r>
              <a:rPr lang="en-US" dirty="0"/>
              <a:t>Debugging</a:t>
            </a:r>
          </a:p>
          <a:p>
            <a:pPr lvl="3"/>
            <a:r>
              <a:rPr lang="en-US" dirty="0"/>
              <a:t>Debugging</a:t>
            </a:r>
          </a:p>
          <a:p>
            <a:pPr marL="914400" lvl="2" indent="0">
              <a:buNone/>
            </a:pPr>
            <a:r>
              <a:rPr lang="en-US" dirty="0"/>
              <a:t>Okay, in all seriousness</a:t>
            </a:r>
          </a:p>
          <a:p>
            <a:pPr lvl="2"/>
            <a:r>
              <a:rPr lang="en-US" dirty="0"/>
              <a:t>Critical Thinking</a:t>
            </a:r>
          </a:p>
          <a:p>
            <a:pPr lvl="2"/>
            <a:r>
              <a:rPr lang="en-US" dirty="0"/>
              <a:t>Trial and Error</a:t>
            </a:r>
          </a:p>
          <a:p>
            <a:pPr lvl="2"/>
            <a:endParaRPr lang="en-US" dirty="0"/>
          </a:p>
          <a:p>
            <a:pPr marL="0" indent="0">
              <a:buNone/>
            </a:pPr>
            <a:r>
              <a:rPr lang="en-US" dirty="0"/>
              <a:t>As for what I gained, it’s mostly just more knowledge, in this case about SQL</a:t>
            </a:r>
          </a:p>
        </p:txBody>
      </p:sp>
      <p:pic>
        <p:nvPicPr>
          <p:cNvPr id="4" name="Picture 3" descr="A screenshot of a computer&#10;&#10;AI-generated content may be incorrect.">
            <a:extLst>
              <a:ext uri="{FF2B5EF4-FFF2-40B4-BE49-F238E27FC236}">
                <a16:creationId xmlns:a16="http://schemas.microsoft.com/office/drawing/2014/main" id="{EF2AC355-9018-DB92-EA42-158D8C270C9B}"/>
              </a:ext>
            </a:extLst>
          </p:cNvPr>
          <p:cNvPicPr>
            <a:picLocks noChangeAspect="1"/>
          </p:cNvPicPr>
          <p:nvPr/>
        </p:nvPicPr>
        <p:blipFill>
          <a:blip r:embed="rId3"/>
          <a:stretch>
            <a:fillRect/>
          </a:stretch>
        </p:blipFill>
        <p:spPr>
          <a:xfrm>
            <a:off x="6402161" y="2831873"/>
            <a:ext cx="4438650" cy="2790825"/>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CDB3469D-2D61-248F-34C0-6D9412488077}"/>
              </a:ext>
            </a:extLst>
          </p:cNvPr>
          <p:cNvPicPr>
            <a:picLocks noChangeAspect="1"/>
          </p:cNvPicPr>
          <p:nvPr/>
        </p:nvPicPr>
        <p:blipFill>
          <a:blip r:embed="rId3"/>
          <a:stretch>
            <a:fillRect/>
          </a:stretch>
        </p:blipFill>
        <p:spPr>
          <a:xfrm>
            <a:off x="3876675" y="2033587"/>
            <a:ext cx="4438650" cy="2790825"/>
          </a:xfrm>
          <a:prstGeom prst="rect">
            <a:avLst/>
          </a:prstGeom>
        </p:spPr>
      </p:pic>
      <p:pic>
        <p:nvPicPr>
          <p:cNvPr id="8" name="Picture 7" descr="A screenshot of a computer&#10;&#10;AI-generated content may be incorrect.">
            <a:extLst>
              <a:ext uri="{FF2B5EF4-FFF2-40B4-BE49-F238E27FC236}">
                <a16:creationId xmlns:a16="http://schemas.microsoft.com/office/drawing/2014/main" id="{CC8E914B-D6C6-9F6E-85C7-1E8D1255F3EB}"/>
              </a:ext>
            </a:extLst>
          </p:cNvPr>
          <p:cNvPicPr>
            <a:picLocks noChangeAspect="1"/>
          </p:cNvPicPr>
          <p:nvPr/>
        </p:nvPicPr>
        <p:blipFill>
          <a:blip r:embed="rId4"/>
          <a:stretch>
            <a:fillRect/>
          </a:stretch>
        </p:blipFill>
        <p:spPr>
          <a:xfrm>
            <a:off x="2109787" y="1081088"/>
            <a:ext cx="7972425" cy="4695825"/>
          </a:xfrm>
          <a:prstGeom prst="rect">
            <a:avLst/>
          </a:prstGeom>
        </p:spPr>
      </p:pic>
      <p:pic>
        <p:nvPicPr>
          <p:cNvPr id="9" name="Picture 8" descr="A screenshot of a computer error&#10;&#10;AI-generated content may be incorrect.">
            <a:extLst>
              <a:ext uri="{FF2B5EF4-FFF2-40B4-BE49-F238E27FC236}">
                <a16:creationId xmlns:a16="http://schemas.microsoft.com/office/drawing/2014/main" id="{0B528D0D-73C7-10B6-E3FB-B4A6C198227A}"/>
              </a:ext>
            </a:extLst>
          </p:cNvPr>
          <p:cNvPicPr>
            <a:picLocks noChangeAspect="1"/>
          </p:cNvPicPr>
          <p:nvPr/>
        </p:nvPicPr>
        <p:blipFill>
          <a:blip r:embed="rId5"/>
          <a:stretch>
            <a:fillRect/>
          </a:stretch>
        </p:blipFill>
        <p:spPr>
          <a:xfrm>
            <a:off x="5429250" y="2833687"/>
            <a:ext cx="1333500" cy="1190625"/>
          </a:xfrm>
          <a:prstGeom prst="rect">
            <a:avLst/>
          </a:prstGeom>
        </p:spPr>
      </p:pic>
    </p:spTree>
    <p:extLst>
      <p:ext uri="{BB962C8B-B14F-4D97-AF65-F5344CB8AC3E}">
        <p14:creationId xmlns:p14="http://schemas.microsoft.com/office/powerpoint/2010/main" val="17346909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85CBC-A8D3-D568-87AE-62116BA26CA4}"/>
              </a:ext>
            </a:extLst>
          </p:cNvPr>
          <p:cNvSpPr>
            <a:spLocks noGrp="1"/>
          </p:cNvSpPr>
          <p:nvPr>
            <p:ph type="title"/>
          </p:nvPr>
        </p:nvSpPr>
        <p:spPr/>
        <p:txBody>
          <a:bodyPr/>
          <a:lstStyle/>
          <a:p>
            <a:r>
              <a:rPr lang="en-US" dirty="0"/>
              <a:t>Core</a:t>
            </a:r>
            <a:r>
              <a:rPr lang="en-US"/>
              <a:t>: Community</a:t>
            </a:r>
          </a:p>
        </p:txBody>
      </p:sp>
      <p:sp>
        <p:nvSpPr>
          <p:cNvPr id="3" name="Content Placeholder 2">
            <a:extLst>
              <a:ext uri="{FF2B5EF4-FFF2-40B4-BE49-F238E27FC236}">
                <a16:creationId xmlns:a16="http://schemas.microsoft.com/office/drawing/2014/main" id="{DE574F07-D8D0-C8B1-0C37-1C3C8D8A70F7}"/>
              </a:ext>
            </a:extLst>
          </p:cNvPr>
          <p:cNvSpPr>
            <a:spLocks noGrp="1"/>
          </p:cNvSpPr>
          <p:nvPr>
            <p:ph idx="1"/>
          </p:nvPr>
        </p:nvSpPr>
        <p:spPr/>
        <p:txBody>
          <a:bodyPr vert="horz" lIns="91440" tIns="45720" rIns="91440" bIns="45720" rtlCol="0" anchor="t">
            <a:normAutofit/>
          </a:bodyPr>
          <a:lstStyle/>
          <a:p>
            <a:r>
              <a:rPr lang="en-US" dirty="0"/>
              <a:t>In community, we learned about, well, our community.</a:t>
            </a:r>
          </a:p>
          <a:p>
            <a:r>
              <a:rPr lang="en-US" dirty="0"/>
              <a:t>While not inherently a skill: </a:t>
            </a:r>
          </a:p>
          <a:p>
            <a:pPr lvl="1"/>
            <a:r>
              <a:rPr lang="en-US" dirty="0"/>
              <a:t>I learned more about the greater Houston area</a:t>
            </a:r>
          </a:p>
          <a:p>
            <a:pPr lvl="1"/>
            <a:r>
              <a:rPr lang="en-US" dirty="0"/>
              <a:t>I made a nice slideshow about Charlie Serbia called “who am you”</a:t>
            </a:r>
          </a:p>
          <a:p>
            <a:r>
              <a:rPr lang="en-US"/>
              <a:t>We also worked on a pamphlet about our area. One of the parts I did was about cypress (not the tree)</a:t>
            </a:r>
            <a:endParaRPr lang="en-US" dirty="0"/>
          </a:p>
          <a:p>
            <a:pPr lvl="1"/>
            <a:r>
              <a:rPr lang="en-US" dirty="0"/>
              <a:t>I </a:t>
            </a:r>
            <a:r>
              <a:rPr lang="en-US" dirty="0" err="1"/>
              <a:t>didin't</a:t>
            </a:r>
            <a:r>
              <a:rPr lang="en-US" dirty="0"/>
              <a:t> finish it, but I started on one about the ship </a:t>
            </a:r>
            <a:r>
              <a:rPr lang="en-US" dirty="0" err="1"/>
              <a:t>channell</a:t>
            </a:r>
            <a:r>
              <a:rPr lang="en-US" dirty="0"/>
              <a:t>, which just flowed on in!</a:t>
            </a:r>
          </a:p>
          <a:p>
            <a:r>
              <a:rPr lang="en-US" dirty="0"/>
              <a:t>As for how I’d use it, well, it just helps to know what’s around you so you can actually do things. Basically, less “use it” and more “add more things to use skills on”</a:t>
            </a:r>
          </a:p>
        </p:txBody>
      </p:sp>
      <p:pic>
        <p:nvPicPr>
          <p:cNvPr id="4" name="Picture 3" descr="A screenshot of a computer&#10;&#10;AI-generated content may be incorrect.">
            <a:extLst>
              <a:ext uri="{FF2B5EF4-FFF2-40B4-BE49-F238E27FC236}">
                <a16:creationId xmlns:a16="http://schemas.microsoft.com/office/drawing/2014/main" id="{239A0962-7E72-4B34-0F53-82426DD95215}"/>
              </a:ext>
            </a:extLst>
          </p:cNvPr>
          <p:cNvPicPr>
            <a:picLocks noChangeAspect="1"/>
          </p:cNvPicPr>
          <p:nvPr/>
        </p:nvPicPr>
        <p:blipFill>
          <a:blip r:embed="rId3"/>
          <a:stretch>
            <a:fillRect/>
          </a:stretch>
        </p:blipFill>
        <p:spPr>
          <a:xfrm>
            <a:off x="8955541" y="1716541"/>
            <a:ext cx="2038804" cy="1327604"/>
          </a:xfrm>
          <a:prstGeom prst="rect">
            <a:avLst/>
          </a:prstGeom>
        </p:spPr>
      </p:pic>
      <p:pic>
        <p:nvPicPr>
          <p:cNvPr id="5" name="Picture 4" descr="A purple background with white text&#10;&#10;AI-generated content may be incorrect.">
            <a:extLst>
              <a:ext uri="{FF2B5EF4-FFF2-40B4-BE49-F238E27FC236}">
                <a16:creationId xmlns:a16="http://schemas.microsoft.com/office/drawing/2014/main" id="{7387F6A9-EF4E-32F1-1457-20419E787273}"/>
              </a:ext>
            </a:extLst>
          </p:cNvPr>
          <p:cNvPicPr>
            <a:picLocks noChangeAspect="1"/>
          </p:cNvPicPr>
          <p:nvPr/>
        </p:nvPicPr>
        <p:blipFill>
          <a:blip r:embed="rId4"/>
          <a:stretch>
            <a:fillRect/>
          </a:stretch>
        </p:blipFill>
        <p:spPr>
          <a:xfrm>
            <a:off x="4421414" y="179614"/>
            <a:ext cx="3770086" cy="910772"/>
          </a:xfrm>
          <a:prstGeom prst="rect">
            <a:avLst/>
          </a:prstGeom>
        </p:spPr>
      </p:pic>
      <p:pic>
        <p:nvPicPr>
          <p:cNvPr id="7" name="Picture 6" descr="A screenshot of a cell phone&#10;&#10;AI-generated content may be incorrect.">
            <a:extLst>
              <a:ext uri="{FF2B5EF4-FFF2-40B4-BE49-F238E27FC236}">
                <a16:creationId xmlns:a16="http://schemas.microsoft.com/office/drawing/2014/main" id="{C8BE3EA2-3B10-6F4F-35B6-0F2EF51D5485}"/>
              </a:ext>
            </a:extLst>
          </p:cNvPr>
          <p:cNvPicPr>
            <a:picLocks noChangeAspect="1"/>
          </p:cNvPicPr>
          <p:nvPr/>
        </p:nvPicPr>
        <p:blipFill>
          <a:blip r:embed="rId5"/>
          <a:stretch>
            <a:fillRect/>
          </a:stretch>
        </p:blipFill>
        <p:spPr>
          <a:xfrm>
            <a:off x="1587" y="176893"/>
            <a:ext cx="4242255" cy="1808843"/>
          </a:xfrm>
          <a:prstGeom prst="rect">
            <a:avLst/>
          </a:prstGeom>
        </p:spPr>
      </p:pic>
    </p:spTree>
    <p:extLst>
      <p:ext uri="{BB962C8B-B14F-4D97-AF65-F5344CB8AC3E}">
        <p14:creationId xmlns:p14="http://schemas.microsoft.com/office/powerpoint/2010/main" val="5352401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87E3D-DE56-CF2C-7E3E-A12305FBC087}"/>
              </a:ext>
            </a:extLst>
          </p:cNvPr>
          <p:cNvSpPr>
            <a:spLocks noGrp="1"/>
          </p:cNvSpPr>
          <p:nvPr>
            <p:ph type="title"/>
          </p:nvPr>
        </p:nvSpPr>
        <p:spPr/>
        <p:txBody>
          <a:bodyPr/>
          <a:lstStyle/>
          <a:p>
            <a:r>
              <a:rPr lang="en-US" dirty="0"/>
              <a:t>Club: star-trek club</a:t>
            </a:r>
          </a:p>
        </p:txBody>
      </p:sp>
      <p:sp>
        <p:nvSpPr>
          <p:cNvPr id="3" name="Content Placeholder 2">
            <a:extLst>
              <a:ext uri="{FF2B5EF4-FFF2-40B4-BE49-F238E27FC236}">
                <a16:creationId xmlns:a16="http://schemas.microsoft.com/office/drawing/2014/main" id="{08DBE7FE-2E19-A9FF-90F3-B8B62D9B4FCB}"/>
              </a:ext>
            </a:extLst>
          </p:cNvPr>
          <p:cNvSpPr>
            <a:spLocks noGrp="1"/>
          </p:cNvSpPr>
          <p:nvPr>
            <p:ph idx="1"/>
          </p:nvPr>
        </p:nvSpPr>
        <p:spPr/>
        <p:txBody>
          <a:bodyPr/>
          <a:lstStyle/>
          <a:p>
            <a:pPr marL="0" indent="0">
              <a:buNone/>
            </a:pPr>
            <a:r>
              <a:rPr lang="en-US" dirty="0"/>
              <a:t>Well, while there where many good </a:t>
            </a:r>
            <a:r>
              <a:rPr lang="en-US" dirty="0" err="1"/>
              <a:t>memorys</a:t>
            </a:r>
            <a:r>
              <a:rPr lang="en-US" dirty="0"/>
              <a:t>, I think one of my favorites had to have been some of the discussions we had about Data, specifically the fact that he does have emotions, contrary to his own </a:t>
            </a:r>
            <a:r>
              <a:rPr lang="en-US"/>
              <a:t>statments</a:t>
            </a:r>
            <a:endParaRPr lang="en-US" dirty="0"/>
          </a:p>
        </p:txBody>
      </p:sp>
    </p:spTree>
    <p:extLst>
      <p:ext uri="{BB962C8B-B14F-4D97-AF65-F5344CB8AC3E}">
        <p14:creationId xmlns:p14="http://schemas.microsoft.com/office/powerpoint/2010/main" val="18299060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3B13D-4EA4-72D0-C584-F7E4962CE06F}"/>
              </a:ext>
            </a:extLst>
          </p:cNvPr>
          <p:cNvSpPr>
            <a:spLocks noGrp="1"/>
          </p:cNvSpPr>
          <p:nvPr>
            <p:ph type="title"/>
          </p:nvPr>
        </p:nvSpPr>
        <p:spPr/>
        <p:txBody>
          <a:bodyPr/>
          <a:lstStyle/>
          <a:p>
            <a:r>
              <a:rPr lang="en-US"/>
              <a:t>Favorite memory</a:t>
            </a:r>
          </a:p>
        </p:txBody>
      </p:sp>
      <p:sp>
        <p:nvSpPr>
          <p:cNvPr id="3" name="Content Placeholder 2">
            <a:extLst>
              <a:ext uri="{FF2B5EF4-FFF2-40B4-BE49-F238E27FC236}">
                <a16:creationId xmlns:a16="http://schemas.microsoft.com/office/drawing/2014/main" id="{BD770F2A-2830-597A-D03F-334F7AD6AE4C}"/>
              </a:ext>
            </a:extLst>
          </p:cNvPr>
          <p:cNvSpPr>
            <a:spLocks noGrp="1"/>
          </p:cNvSpPr>
          <p:nvPr>
            <p:ph idx="1"/>
          </p:nvPr>
        </p:nvSpPr>
        <p:spPr/>
        <p:txBody>
          <a:bodyPr vert="horz" lIns="91440" tIns="45720" rIns="91440" bIns="45720" rtlCol="0" anchor="t">
            <a:normAutofit/>
          </a:bodyPr>
          <a:lstStyle/>
          <a:p>
            <a:r>
              <a:rPr lang="en-US"/>
              <a:t>Well, this term wasn't that memorable, honestly. So, I'm going more with what I did that I'm most proud of.</a:t>
            </a:r>
          </a:p>
          <a:p>
            <a:pPr marL="0" indent="0">
              <a:buNone/>
            </a:pPr>
            <a:endParaRPr lang="en-US" dirty="0"/>
          </a:p>
          <a:p>
            <a:pPr marL="0" indent="0">
              <a:buNone/>
            </a:pPr>
            <a:r>
              <a:rPr lang="en-US" dirty="0"/>
              <a:t>That is my "dynamic file path" system. There's no easy way  show an image of </a:t>
            </a:r>
            <a:r>
              <a:rPr lang="en-US"/>
              <a:t>it, but long story short basically it allows </a:t>
            </a:r>
            <a:r>
              <a:rPr lang="en-US" dirty="0"/>
              <a:t>saving a file within the inside of a programs folder structure.</a:t>
            </a:r>
          </a:p>
          <a:p>
            <a:pPr marL="0" indent="0">
              <a:buNone/>
            </a:pPr>
            <a:r>
              <a:rPr lang="en-US"/>
              <a:t> </a:t>
            </a:r>
            <a:endParaRPr lang="en-US" dirty="0"/>
          </a:p>
        </p:txBody>
      </p:sp>
    </p:spTree>
    <p:extLst>
      <p:ext uri="{BB962C8B-B14F-4D97-AF65-F5344CB8AC3E}">
        <p14:creationId xmlns:p14="http://schemas.microsoft.com/office/powerpoint/2010/main" val="394541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757EC4C2-30F1-69FF-4C46-86AF837196B1}"/>
                  </a:ext>
                </a:extLst>
              </p14:cNvPr>
              <p14:cNvContentPartPr/>
              <p14:nvPr/>
            </p14:nvContentPartPr>
            <p14:xfrm>
              <a:off x="1814285" y="1442357"/>
              <a:ext cx="1370258" cy="58012"/>
            </p14:xfrm>
          </p:contentPart>
        </mc:Choice>
        <mc:Fallback xmlns="">
          <p:pic>
            <p:nvPicPr>
              <p:cNvPr id="5" name="Ink 4">
                <a:extLst>
                  <a:ext uri="{FF2B5EF4-FFF2-40B4-BE49-F238E27FC236}">
                    <a16:creationId xmlns:a16="http://schemas.microsoft.com/office/drawing/2014/main" id="{757EC4C2-30F1-69FF-4C46-86AF837196B1}"/>
                  </a:ext>
                </a:extLst>
              </p:cNvPr>
              <p:cNvPicPr/>
              <p:nvPr/>
            </p:nvPicPr>
            <p:blipFill>
              <a:blip r:embed="rId3"/>
              <a:stretch>
                <a:fillRect/>
              </a:stretch>
            </p:blipFill>
            <p:spPr>
              <a:xfrm>
                <a:off x="1796293" y="1424452"/>
                <a:ext cx="1405882" cy="93464"/>
              </a:xfrm>
              <a:prstGeom prst="rect">
                <a:avLst/>
              </a:prstGeom>
            </p:spPr>
          </p:pic>
        </mc:Fallback>
      </mc:AlternateContent>
      <p:sp>
        <p:nvSpPr>
          <p:cNvPr id="11" name="TextBox 10">
            <a:extLst>
              <a:ext uri="{FF2B5EF4-FFF2-40B4-BE49-F238E27FC236}">
                <a16:creationId xmlns:a16="http://schemas.microsoft.com/office/drawing/2014/main" id="{B9F7FF27-934F-61E9-623E-28E67F7A95BB}"/>
              </a:ext>
            </a:extLst>
          </p:cNvPr>
          <p:cNvSpPr txBox="1"/>
          <p:nvPr/>
        </p:nvSpPr>
        <p:spPr>
          <a:xfrm>
            <a:off x="763814" y="582385"/>
            <a:ext cx="10392937"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And now, what you have all been waiting impatiently for:</a:t>
            </a:r>
          </a:p>
        </p:txBody>
      </p:sp>
      <p:sp>
        <p:nvSpPr>
          <p:cNvPr id="2" name="TextBox 1">
            <a:extLst>
              <a:ext uri="{FF2B5EF4-FFF2-40B4-BE49-F238E27FC236}">
                <a16:creationId xmlns:a16="http://schemas.microsoft.com/office/drawing/2014/main" id="{CEB79FAF-285C-B18F-6774-DF3457199FCE}"/>
              </a:ext>
            </a:extLst>
          </p:cNvPr>
          <p:cNvSpPr txBox="1"/>
          <p:nvPr/>
        </p:nvSpPr>
        <p:spPr>
          <a:xfrm>
            <a:off x="772583" y="1566333"/>
            <a:ext cx="6021916"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The End</a:t>
            </a:r>
          </a:p>
        </p:txBody>
      </p:sp>
      <p:sp>
        <p:nvSpPr>
          <p:cNvPr id="3" name="TextBox 2">
            <a:extLst>
              <a:ext uri="{FF2B5EF4-FFF2-40B4-BE49-F238E27FC236}">
                <a16:creationId xmlns:a16="http://schemas.microsoft.com/office/drawing/2014/main" id="{C97490C5-02DB-8C68-FD24-F2396E20873C}"/>
              </a:ext>
            </a:extLst>
          </p:cNvPr>
          <p:cNvSpPr txBox="1"/>
          <p:nvPr/>
        </p:nvSpPr>
        <p:spPr>
          <a:xfrm>
            <a:off x="765325" y="2059817"/>
            <a:ext cx="208128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Fooled </a:t>
            </a:r>
            <a:r>
              <a:rPr lang="en-US" dirty="0" err="1"/>
              <a:t>ya</a:t>
            </a:r>
            <a:r>
              <a:rPr lang="en-US" dirty="0"/>
              <a:t>!</a:t>
            </a:r>
          </a:p>
        </p:txBody>
      </p:sp>
      <p:sp>
        <p:nvSpPr>
          <p:cNvPr id="8" name="TextBox 7">
            <a:extLst>
              <a:ext uri="{FF2B5EF4-FFF2-40B4-BE49-F238E27FC236}">
                <a16:creationId xmlns:a16="http://schemas.microsoft.com/office/drawing/2014/main" id="{1DC97F59-AFB0-CCFF-08D4-BE0394F1A3E9}"/>
              </a:ext>
            </a:extLst>
          </p:cNvPr>
          <p:cNvSpPr txBox="1"/>
          <p:nvPr/>
        </p:nvSpPr>
        <p:spPr>
          <a:xfrm>
            <a:off x="761396" y="2428119"/>
            <a:ext cx="356537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Thanks for watching!</a:t>
            </a:r>
          </a:p>
        </p:txBody>
      </p:sp>
      <p:sp>
        <p:nvSpPr>
          <p:cNvPr id="9" name="TextBox 8">
            <a:extLst>
              <a:ext uri="{FF2B5EF4-FFF2-40B4-BE49-F238E27FC236}">
                <a16:creationId xmlns:a16="http://schemas.microsoft.com/office/drawing/2014/main" id="{0B89CE64-C45D-434C-8FE2-7373EB98BE66}"/>
              </a:ext>
            </a:extLst>
          </p:cNvPr>
          <p:cNvSpPr txBox="1"/>
          <p:nvPr/>
        </p:nvSpPr>
        <p:spPr>
          <a:xfrm>
            <a:off x="774700" y="3035904"/>
            <a:ext cx="402227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Now, for </a:t>
            </a:r>
            <a:r>
              <a:rPr lang="en-US" dirty="0" err="1"/>
              <a:t>reall</a:t>
            </a:r>
            <a:r>
              <a:rPr lang="en-US" dirty="0"/>
              <a:t> this time:</a:t>
            </a:r>
            <a:br>
              <a:rPr lang="en-US" dirty="0"/>
            </a:br>
            <a:r>
              <a:rPr lang="en-US" dirty="0"/>
              <a:t>The end!</a:t>
            </a:r>
          </a:p>
        </p:txBody>
      </p:sp>
      <p:sp>
        <p:nvSpPr>
          <p:cNvPr id="10" name="TextBox 9">
            <a:extLst>
              <a:ext uri="{FF2B5EF4-FFF2-40B4-BE49-F238E27FC236}">
                <a16:creationId xmlns:a16="http://schemas.microsoft.com/office/drawing/2014/main" id="{6E0B117B-22F6-84D8-A97C-EA05E52160D0}"/>
              </a:ext>
            </a:extLst>
          </p:cNvPr>
          <p:cNvSpPr txBox="1"/>
          <p:nvPr/>
        </p:nvSpPr>
        <p:spPr>
          <a:xfrm>
            <a:off x="1745039" y="1566331"/>
            <a:ext cx="39037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a:t>
            </a:r>
          </a:p>
        </p:txBody>
      </p:sp>
    </p:spTree>
    <p:extLst>
      <p:ext uri="{BB962C8B-B14F-4D97-AF65-F5344CB8AC3E}">
        <p14:creationId xmlns:p14="http://schemas.microsoft.com/office/powerpoint/2010/main" val="41159196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ractur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25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0" grpId="0"/>
    </p:bldLst>
  </p:timing>
</p:sld>
</file>

<file path=ppt/theme/theme1.xml><?xml version="1.0" encoding="utf-8"?>
<a:theme xmlns:a="http://schemas.openxmlformats.org/drawingml/2006/main" name="Vapor Trail">
  <a:themeElements>
    <a:clrScheme name="Vapor Trail">
      <a:dk1>
        <a:sysClr val="windowText" lastClr="000000"/>
      </a:dk1>
      <a:lt1>
        <a:sysClr val="window" lastClr="FFFFFF"/>
      </a:lt1>
      <a:dk2>
        <a:srgbClr val="454545"/>
      </a:dk2>
      <a:lt2>
        <a:srgbClr val="DADADA"/>
      </a:lt2>
      <a:accent1>
        <a:srgbClr val="DF2E28"/>
      </a:accent1>
      <a:accent2>
        <a:srgbClr val="FE801A"/>
      </a:accent2>
      <a:accent3>
        <a:srgbClr val="E9BF35"/>
      </a:accent3>
      <a:accent4>
        <a:srgbClr val="81BB42"/>
      </a:accent4>
      <a:accent5>
        <a:srgbClr val="32C7A9"/>
      </a:accent5>
      <a:accent6>
        <a:srgbClr val="4A9BDC"/>
      </a:accent6>
      <a:hlink>
        <a:srgbClr val="F0532B"/>
      </a:hlink>
      <a:folHlink>
        <a:srgbClr val="F38B53"/>
      </a:folHlink>
    </a:clrScheme>
    <a:fontScheme name="Vapor Trail">
      <a:majorFont>
        <a:latin typeface="Century Gothic" panose="020B0502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apor Trail">
      <a:fillStyleLst>
        <a:solidFill>
          <a:schemeClr val="phClr"/>
        </a:solidFill>
        <a:gradFill rotWithShape="1">
          <a:gsLst>
            <a:gs pos="0">
              <a:schemeClr val="phClr">
                <a:tint val="69000"/>
                <a:alpha val="100000"/>
                <a:satMod val="109000"/>
                <a:lumMod val="110000"/>
              </a:schemeClr>
            </a:gs>
            <a:gs pos="52000">
              <a:schemeClr val="phClr">
                <a:tint val="74000"/>
                <a:satMod val="100000"/>
                <a:lumMod val="104000"/>
              </a:schemeClr>
            </a:gs>
            <a:gs pos="100000">
              <a:schemeClr val="phClr">
                <a:tint val="78000"/>
                <a:satMod val="100000"/>
                <a:lumMod val="100000"/>
              </a:schemeClr>
            </a:gs>
          </a:gsLst>
          <a:lin ang="5400000" scaled="0"/>
        </a:gradFill>
        <a:gradFill rotWithShape="1">
          <a:gsLst>
            <a:gs pos="0">
              <a:schemeClr val="phClr">
                <a:tint val="96000"/>
                <a:satMod val="100000"/>
                <a:lumMod val="104000"/>
              </a:schemeClr>
            </a:gs>
            <a:gs pos="78000">
              <a:schemeClr val="phClr">
                <a:shade val="100000"/>
                <a:satMod val="110000"/>
                <a:lumMod val="100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cene3d>
            <a:camera prst="orthographicFront">
              <a:rot lat="0" lon="0" rev="0"/>
            </a:camera>
            <a:lightRig rig="threePt" dir="t"/>
          </a:scene3d>
          <a:sp3d>
            <a:bevelT w="25400" h="12700"/>
          </a:sp3d>
        </a:effectStyle>
        <a:effectStyle>
          <a:effectLst>
            <a:outerShdw blurRad="57150" dist="19050" dir="5400000" algn="ctr" rotWithShape="0">
              <a:srgbClr val="000000">
                <a:alpha val="48000"/>
              </a:srgbClr>
            </a:outerShdw>
          </a:effectLst>
          <a:scene3d>
            <a:camera prst="orthographicFront">
              <a:rot lat="0" lon="0" rev="0"/>
            </a:camera>
            <a:lightRig rig="threePt" dir="t"/>
          </a:scene3d>
          <a:sp3d>
            <a:bevelT w="50800" h="25400"/>
          </a:sp3d>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por Trail" id="{4FDF2955-7D9C-493C-B9F9-C205151B46CD}" vid="{8F31A783-2159-4870-BC29-2BA7D038EA4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Vapor Trail</Template>
  <TotalTime>445</TotalTime>
  <Words>268</Words>
  <Application>Microsoft Office PowerPoint</Application>
  <PresentationFormat>Widescreen</PresentationFormat>
  <Paragraphs>34</Paragraphs>
  <Slides>6</Slides>
  <Notes>3</Notes>
  <HiddenSlides>0</HiddenSlides>
  <MMClips>0</MMClips>
  <ScaleCrop>false</ScaleCrop>
  <HeadingPairs>
    <vt:vector size="4" baseType="variant">
      <vt:variant>
        <vt:lpstr>Theme</vt:lpstr>
      </vt:variant>
      <vt:variant>
        <vt:i4>1</vt:i4>
      </vt:variant>
      <vt:variant>
        <vt:lpstr>Slide Titles</vt:lpstr>
      </vt:variant>
      <vt:variant>
        <vt:i4>6</vt:i4>
      </vt:variant>
    </vt:vector>
  </HeadingPairs>
  <TitlesOfParts>
    <vt:vector size="7" baseType="lpstr">
      <vt:lpstr>Vapor Trail</vt:lpstr>
      <vt:lpstr>Charlie’s Spring Term Presentation</vt:lpstr>
      <vt:lpstr>Tech: Advanced app-dev</vt:lpstr>
      <vt:lpstr>Core: Community</vt:lpstr>
      <vt:lpstr>Club: star-trek club</vt:lpstr>
      <vt:lpstr>Favorite memory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Charlie Hatch</dc:creator>
  <cp:lastModifiedBy>Charlie Hatch</cp:lastModifiedBy>
  <cp:revision>152</cp:revision>
  <dcterms:created xsi:type="dcterms:W3CDTF">2026-06-10T15:46:05Z</dcterms:created>
  <dcterms:modified xsi:type="dcterms:W3CDTF">2026-06-23T17:03:36Z</dcterms:modified>
</cp:coreProperties>
</file>