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16:24:39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FE299-D31D-47C2-B46C-C3B1749D6A8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F2809-F272-465C-B573-2DAF6CD20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third debugging, say the “those are my 3” joke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F2809-F272-465C-B573-2DAF6CD206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8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4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6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8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2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6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2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4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6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0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66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1173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35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5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12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48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1F3D3-B64E-45E5-A774-FFEE7077F3D9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1221-C6A6-4006-A191-9AD020835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964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1FAF-C6B0-38AC-9F95-1D6B0F02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7BC7-8656-F7ED-1039-66F678C88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1649"/>
            <a:ext cx="9144000" cy="1738313"/>
          </a:xfrm>
        </p:spPr>
        <p:txBody>
          <a:bodyPr>
            <a:normAutofit fontScale="90000"/>
          </a:bodyPr>
          <a:lstStyle/>
          <a:p>
            <a:r>
              <a:rPr lang="en-US" dirty="0"/>
              <a:t>Charlie’s</a:t>
            </a:r>
            <a:br>
              <a:rPr lang="en-US" dirty="0"/>
            </a:br>
            <a:r>
              <a:rPr lang="en-US" dirty="0"/>
              <a:t>Spring Term Presentation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A43815D-8181-84B3-7647-DDD66602B421}"/>
              </a:ext>
            </a:extLst>
          </p:cNvPr>
          <p:cNvSpPr txBox="1">
            <a:spLocks/>
          </p:cNvSpPr>
          <p:nvPr/>
        </p:nvSpPr>
        <p:spPr>
          <a:xfrm>
            <a:off x="5076728" y="4032504"/>
            <a:ext cx="1167384" cy="430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Charlie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AA1E5B6-F66B-5C77-EE50-BF9E9417468A}"/>
              </a:ext>
            </a:extLst>
          </p:cNvPr>
          <p:cNvSpPr txBox="1">
            <a:spLocks/>
          </p:cNvSpPr>
          <p:nvPr/>
        </p:nvSpPr>
        <p:spPr>
          <a:xfrm>
            <a:off x="6075904" y="4032504"/>
            <a:ext cx="1021080" cy="430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Hatch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0C038D9-E5C4-4AAC-F408-A2AC791A02D6}"/>
              </a:ext>
            </a:extLst>
          </p:cNvPr>
          <p:cNvSpPr txBox="1">
            <a:spLocks/>
          </p:cNvSpPr>
          <p:nvPr/>
        </p:nvSpPr>
        <p:spPr>
          <a:xfrm>
            <a:off x="5707948" y="3628503"/>
            <a:ext cx="573024" cy="430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B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77FA4EE-35F5-0F5A-3208-8DFF3CE03759}"/>
              </a:ext>
            </a:extLst>
          </p:cNvPr>
          <p:cNvSpPr txBox="1">
            <a:spLocks/>
          </p:cNvSpPr>
          <p:nvPr/>
        </p:nvSpPr>
        <p:spPr>
          <a:xfrm>
            <a:off x="5897312" y="3602038"/>
            <a:ext cx="573024" cy="430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71843D-0883-EB06-DA3D-9EBA602F3080}"/>
                  </a:ext>
                </a:extLst>
              </p14:cNvPr>
              <p14:cNvContentPartPr/>
              <p14:nvPr/>
            </p14:nvContentPartPr>
            <p14:xfrm>
              <a:off x="1133175" y="309555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71843D-0883-EB06-DA3D-9EBA602F30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7055" y="308943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AD1FF79A-F404-4C13-8BEE-2D19D60C99B5}"/>
              </a:ext>
            </a:extLst>
          </p:cNvPr>
          <p:cNvSpPr/>
          <p:nvPr/>
        </p:nvSpPr>
        <p:spPr>
          <a:xfrm rot="6812815">
            <a:off x="85360" y="5232600"/>
            <a:ext cx="1097280" cy="0"/>
          </a:xfrm>
          <a:prstGeom prst="line">
            <a:avLst/>
          </a:prstGeom>
          <a:solidFill>
            <a:srgbClr val="000000">
              <a:alpha val="5000"/>
            </a:srgbClr>
          </a:solidFill>
          <a:ln w="126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2811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51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6" grpId="0"/>
      <p:bldP spid="17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40B0-7AFB-B285-5066-7B441A27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Tech: Advanced app-dev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0C78-579B-6737-72DA-8EFC61A2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worked on two things in advanced </a:t>
            </a:r>
            <a:r>
              <a:rPr lang="en-US" dirty="0" err="1"/>
              <a:t>appdev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One of the projects we worked on was the Snack Shack</a:t>
            </a:r>
          </a:p>
          <a:p>
            <a:pPr lvl="2"/>
            <a:r>
              <a:rPr lang="en-US" dirty="0"/>
              <a:t>In actuality, the most major was, as discussed by Ryan, actually databases and SQL. But I figured you have heard about that from him</a:t>
            </a:r>
          </a:p>
          <a:p>
            <a:pPr lvl="1"/>
            <a:r>
              <a:rPr lang="en-US" dirty="0"/>
              <a:t>Tasks used:</a:t>
            </a:r>
          </a:p>
          <a:p>
            <a:pPr lvl="2"/>
            <a:r>
              <a:rPr lang="en-US" dirty="0"/>
              <a:t>Debugging</a:t>
            </a:r>
          </a:p>
          <a:p>
            <a:pPr lvl="3"/>
            <a:r>
              <a:rPr lang="en-US" dirty="0"/>
              <a:t>Debugging</a:t>
            </a:r>
          </a:p>
          <a:p>
            <a:pPr lvl="3"/>
            <a:r>
              <a:rPr lang="en-US" dirty="0"/>
              <a:t>Debugging</a:t>
            </a:r>
          </a:p>
          <a:p>
            <a:pPr marL="914400" lvl="2" indent="0">
              <a:buNone/>
            </a:pPr>
            <a:r>
              <a:rPr lang="en-US" dirty="0"/>
              <a:t>Okay, in all seriousness</a:t>
            </a:r>
          </a:p>
          <a:p>
            <a:pPr lvl="2"/>
            <a:r>
              <a:rPr lang="en-US" dirty="0"/>
              <a:t>Critical Thinking</a:t>
            </a:r>
          </a:p>
          <a:p>
            <a:pPr lvl="2"/>
            <a:r>
              <a:rPr lang="en-US" dirty="0"/>
              <a:t>Trial and Error</a:t>
            </a:r>
          </a:p>
          <a:p>
            <a:pPr lvl="2"/>
            <a:endParaRPr lang="en-US" dirty="0"/>
          </a:p>
          <a:p>
            <a:pPr marL="0" indent="0">
              <a:buNone/>
            </a:pPr>
            <a:r>
              <a:rPr lang="en-US" dirty="0"/>
              <a:t>As for what I gained, it’s mostly just more knowledge, in this case about SQL</a:t>
            </a:r>
          </a:p>
        </p:txBody>
      </p:sp>
    </p:spTree>
    <p:extLst>
      <p:ext uri="{BB962C8B-B14F-4D97-AF65-F5344CB8AC3E}">
        <p14:creationId xmlns:p14="http://schemas.microsoft.com/office/powerpoint/2010/main" val="173469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5CBC-A8D3-D568-87AE-62116BA2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</a:t>
            </a:r>
            <a:r>
              <a:rPr lang="en-US"/>
              <a:t>: Community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74F07-D8D0-C8B1-0C37-1C3C8D8A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4014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286</TotalTime>
  <Words>111</Words>
  <Application>Microsoft Office PowerPoint</Application>
  <PresentationFormat>Widescreen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Century Gothic</vt:lpstr>
      <vt:lpstr>Vapor Trail</vt:lpstr>
      <vt:lpstr>Charlie’s Spring Term Presentation</vt:lpstr>
      <vt:lpstr>Tech: Advanced app-dev</vt:lpstr>
      <vt:lpstr>Core: Community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Hatch</dc:creator>
  <cp:lastModifiedBy>Charlie Hatch</cp:lastModifiedBy>
  <cp:revision>24</cp:revision>
  <dcterms:created xsi:type="dcterms:W3CDTF">2026-06-10T15:46:05Z</dcterms:created>
  <dcterms:modified xsi:type="dcterms:W3CDTF">2026-06-17T16:50:09Z</dcterms:modified>
</cp:coreProperties>
</file>