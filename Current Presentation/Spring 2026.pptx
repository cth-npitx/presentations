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"/>
  </p:notesMasterIdLst>
  <p:sldIdLst>
    <p:sldId id="260" r:id="rId2"/>
    <p:sldId id="261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</a:t>
            </a:r>
            <a:r>
              <a:rPr lang="en-US"/>
              <a:t>in this case about SQL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271</TotalTime>
  <Words>108</Words>
  <Application>Microsoft Office PowerPoint</Application>
  <PresentationFormat>Widescreen</PresentationFormat>
  <Paragraphs>20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18</cp:revision>
  <dcterms:created xsi:type="dcterms:W3CDTF">2026-06-10T15:46:05Z</dcterms:created>
  <dcterms:modified xsi:type="dcterms:W3CDTF">2026-06-17T16:10:04Z</dcterms:modified>
</cp:coreProperties>
</file>