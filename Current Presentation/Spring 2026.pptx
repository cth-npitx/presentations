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61" r:id="rId3"/>
    <p:sldId id="262" r:id="rId4"/>
    <p:sldId id="263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5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60</cp:revision>
  <dcterms:created xsi:type="dcterms:W3CDTF">2026-06-10T15:46:05Z</dcterms:created>
  <dcterms:modified xsi:type="dcterms:W3CDTF">2026-06-22T15:27:07Z</dcterms:modified>
</cp:coreProperties>
</file>