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42" dt="2026-06-22T15:26:48.182"/>
    <p1510:client id="{B3D8BC0C-D2E7-1DB9-11BC-BCF84AD0F7D9}" v="274" dt="2026-06-23T16:53:09.8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9366 5821 16383 0 0,'9'4'0'0'0,"11"2"0"0"0,15-1 0 0 0,19 4 0 0 0,26 8 0 0 0,20 2 0 0 0,33 2 0 0 0,27-3 0 0 0,21-5 0 0 0,22-4 0 0 0,12-3 0 0 0,2-4 0 0 0,-4-1 0 0 0,-18-1 0 0 0,-25 3 0 0 0,-32 2 0 0 0,-32-1 0 0 0,-25 0 0 0 0,-17-1 0 0 0,9-1 0 0 0,15-1 0 0 0,14-1 0 0 0,14 0 0 0 0,18 0 0 0 0,4 0 0 0 0,-5-1 0 0 0,-21 1 0 0 0,-21 0 0 0 0,-8 0 0 0 0,3 0 0 0 0,-5 0 0 0 0,-3 0 0 0 0,-11 4 0 0 0,-16 2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2AC355-9018-DB92-EA42-158D8C270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161" y="2831873"/>
            <a:ext cx="4438650" cy="279082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DB3469D-2D61-248F-34C0-6D9412488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6675" y="2033587"/>
            <a:ext cx="4438650" cy="2790825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8E914B-D6C6-9F6E-85C7-1E8D1255F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787" y="1081088"/>
            <a:ext cx="7972425" cy="4695825"/>
          </a:xfrm>
          <a:prstGeom prst="rect">
            <a:avLst/>
          </a:prstGeom>
        </p:spPr>
      </p:pic>
      <p:pic>
        <p:nvPicPr>
          <p:cNvPr id="9" name="Picture 8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0B528D0D-73C7-10B6-E3FB-B4A6C19822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0" y="2833687"/>
            <a:ext cx="1333500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14:cNvPr>
              <p14:cNvContentPartPr/>
              <p14:nvPr/>
            </p14:nvContentPartPr>
            <p14:xfrm>
              <a:off x="1814285" y="1442357"/>
              <a:ext cx="1370258" cy="58012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6293" y="1424452"/>
                <a:ext cx="1405882" cy="93464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9F7FF27-934F-61E9-623E-28E67F7A95BB}"/>
              </a:ext>
            </a:extLst>
          </p:cNvPr>
          <p:cNvSpPr txBox="1"/>
          <p:nvPr/>
        </p:nvSpPr>
        <p:spPr>
          <a:xfrm>
            <a:off x="763814" y="582385"/>
            <a:ext cx="1039293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And now, what you have all been waiting impatiently for: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B79FAF-285C-B18F-6774-DF3457199FCE}"/>
              </a:ext>
            </a:extLst>
          </p:cNvPr>
          <p:cNvSpPr txBox="1"/>
          <p:nvPr/>
        </p:nvSpPr>
        <p:spPr>
          <a:xfrm>
            <a:off x="772583" y="1566333"/>
            <a:ext cx="60219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7490C5-02DB-8C68-FD24-F2396E20873C}"/>
              </a:ext>
            </a:extLst>
          </p:cNvPr>
          <p:cNvSpPr txBox="1"/>
          <p:nvPr/>
        </p:nvSpPr>
        <p:spPr>
          <a:xfrm>
            <a:off x="765325" y="2059817"/>
            <a:ext cx="20812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Fooled </a:t>
            </a:r>
            <a:r>
              <a:rPr lang="en-US" dirty="0" err="1"/>
              <a:t>ya</a:t>
            </a:r>
            <a:r>
              <a:rPr lang="en-US" dirty="0"/>
              <a:t>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97F59-AFB0-CCFF-08D4-BE0394F1A3E9}"/>
              </a:ext>
            </a:extLst>
          </p:cNvPr>
          <p:cNvSpPr txBox="1"/>
          <p:nvPr/>
        </p:nvSpPr>
        <p:spPr>
          <a:xfrm>
            <a:off x="761396" y="2428119"/>
            <a:ext cx="35653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Thanks for watching!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89CE64-C45D-434C-8FE2-7373EB98BE66}"/>
              </a:ext>
            </a:extLst>
          </p:cNvPr>
          <p:cNvSpPr txBox="1"/>
          <p:nvPr/>
        </p:nvSpPr>
        <p:spPr>
          <a:xfrm>
            <a:off x="774700" y="3035904"/>
            <a:ext cx="402227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Now, for </a:t>
            </a:r>
            <a:r>
              <a:rPr lang="en-US" dirty="0" err="1"/>
              <a:t>reall</a:t>
            </a:r>
            <a:r>
              <a:rPr lang="en-US" dirty="0"/>
              <a:t> this time:</a:t>
            </a:r>
            <a:br>
              <a:rPr lang="en-US" dirty="0"/>
            </a:br>
            <a:r>
              <a:rPr lang="en-US" dirty="0"/>
              <a:t>The end!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0B117B-22F6-84D8-A97C-EA05E52160D0}"/>
              </a:ext>
            </a:extLst>
          </p:cNvPr>
          <p:cNvSpPr txBox="1"/>
          <p:nvPr/>
        </p:nvSpPr>
        <p:spPr>
          <a:xfrm>
            <a:off x="1745039" y="1566331"/>
            <a:ext cx="3903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115919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132</cp:revision>
  <dcterms:created xsi:type="dcterms:W3CDTF">2026-06-10T15:46:05Z</dcterms:created>
  <dcterms:modified xsi:type="dcterms:W3CDTF">2026-06-23T16:53:16Z</dcterms:modified>
</cp:coreProperties>
</file>