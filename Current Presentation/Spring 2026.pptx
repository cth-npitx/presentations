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ink/ink2.xml" ContentType="application/inkml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8"/>
  </p:notesMasterIdLst>
  <p:sldIdLst>
    <p:sldId id="260" r:id="rId2"/>
    <p:sldId id="261" r:id="rId3"/>
    <p:sldId id="262" r:id="rId4"/>
    <p:sldId id="263" r:id="rId5"/>
    <p:sldId id="264" r:id="rId6"/>
    <p:sldId id="266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998B00B-2615-DA7F-16DD-BEDBD145F26F}" v="142" dt="2026-06-22T15:26:48.182"/>
    <p1510:client id="{B3D8BC0C-D2E7-1DB9-11BC-BCF84AD0F7D9}" v="280" dt="2026-06-23T16:55:35.78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5T16:24:39.1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6-22T16:59:40.4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9366 5821 16383 0 0,'9'4'0'0'0,"11"2"0"0"0,15-1 0 0 0,19 4 0 0 0,26 8 0 0 0,20 2 0 0 0,33 2 0 0 0,27-3 0 0 0,21-5 0 0 0,22-4 0 0 0,12-3 0 0 0,2-4 0 0 0,-4-1 0 0 0,-18-1 0 0 0,-25 3 0 0 0,-32 2 0 0 0,-32-1 0 0 0,-25 0 0 0 0,-17-1 0 0 0,9-1 0 0 0,15-1 0 0 0,14-1 0 0 0,14 0 0 0 0,18 0 0 0 0,4 0 0 0 0,-5-1 0 0 0,-21 1 0 0 0,-21 0 0 0 0,-8 0 0 0 0,3 0 0 0 0,-5 0 0 0 0,-3 0 0 0 0,-11 4 0 0 0,-16 2 0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AFE299-D31D-47C2-B46C-C3B1749D6A86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BF2809-F272-465C-B573-2DAF6CD206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104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After third debugging, say the “those are my 3” joke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BF2809-F272-465C-B573-2DAF6CD206A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77850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“who am you”, explain the whole “the questions where in first person”</a:t>
            </a:r>
          </a:p>
          <a:p>
            <a:endParaRPr lang="en-US" dirty="0"/>
          </a:p>
          <a:p>
            <a:r>
              <a:rPr lang="en-US" dirty="0"/>
              <a:t>Explain reason chose </a:t>
            </a:r>
            <a:r>
              <a:rPr lang="en-US" dirty="0" err="1"/>
              <a:t>shipchannel</a:t>
            </a:r>
            <a:r>
              <a:rPr lang="en-US" dirty="0"/>
              <a:t>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BF2809-F272-465C-B573-2DAF6CD206A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4391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More </a:t>
            </a:r>
            <a:r>
              <a:rPr lang="en-US" dirty="0" err="1"/>
              <a:t>deltais</a:t>
            </a:r>
            <a:r>
              <a:rPr lang="en-US" dirty="0"/>
              <a:t> on discussions?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BF2809-F272-465C-B573-2DAF6CD206A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52435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64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5461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263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984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32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79644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3286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3413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37617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7022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2669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11734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535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951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2124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6484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6966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159640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71FAF-C6B0-38AC-9F95-1D6B0F02C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67BC7-8656-F7ED-1039-66F678C88F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771649"/>
            <a:ext cx="9144000" cy="1738313"/>
          </a:xfrm>
        </p:spPr>
        <p:txBody>
          <a:bodyPr>
            <a:normAutofit fontScale="90000"/>
          </a:bodyPr>
          <a:lstStyle/>
          <a:p>
            <a:r>
              <a:rPr lang="en-US" dirty="0"/>
              <a:t>Charlie’s</a:t>
            </a:r>
            <a:br>
              <a:rPr lang="en-US" dirty="0"/>
            </a:br>
            <a:r>
              <a:rPr lang="en-US" dirty="0"/>
              <a:t>Spring Term Presentation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3A43815D-8181-84B3-7647-DDD66602B421}"/>
              </a:ext>
            </a:extLst>
          </p:cNvPr>
          <p:cNvSpPr txBox="1">
            <a:spLocks/>
          </p:cNvSpPr>
          <p:nvPr/>
        </p:nvSpPr>
        <p:spPr>
          <a:xfrm>
            <a:off x="5076728" y="4032504"/>
            <a:ext cx="116738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Charlie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AA1E5B6-F66B-5C77-EE50-BF9E9417468A}"/>
              </a:ext>
            </a:extLst>
          </p:cNvPr>
          <p:cNvSpPr txBox="1">
            <a:spLocks/>
          </p:cNvSpPr>
          <p:nvPr/>
        </p:nvSpPr>
        <p:spPr>
          <a:xfrm>
            <a:off x="6075904" y="4032504"/>
            <a:ext cx="1021080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Hatch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80C038D9-E5C4-4AAC-F408-A2AC791A02D6}"/>
              </a:ext>
            </a:extLst>
          </p:cNvPr>
          <p:cNvSpPr txBox="1">
            <a:spLocks/>
          </p:cNvSpPr>
          <p:nvPr/>
        </p:nvSpPr>
        <p:spPr>
          <a:xfrm>
            <a:off x="5707948" y="3628503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B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D77FA4EE-35F5-0F5A-3208-8DFF3CE03759}"/>
              </a:ext>
            </a:extLst>
          </p:cNvPr>
          <p:cNvSpPr txBox="1">
            <a:spLocks/>
          </p:cNvSpPr>
          <p:nvPr/>
        </p:nvSpPr>
        <p:spPr>
          <a:xfrm>
            <a:off x="5897312" y="3602038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y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871843D-0883-EB06-DA3D-9EBA602F3080}"/>
                  </a:ext>
                </a:extLst>
              </p14:cNvPr>
              <p14:cNvContentPartPr/>
              <p14:nvPr/>
            </p14:nvContentPartPr>
            <p14:xfrm>
              <a:off x="1133175" y="3095550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871843D-0883-EB06-DA3D-9EBA602F308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27055" y="3089430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11" name="Conector recto 10">
            <a:extLst>
              <a:ext uri="{FF2B5EF4-FFF2-40B4-BE49-F238E27FC236}">
                <a16:creationId xmlns:a16="http://schemas.microsoft.com/office/drawing/2014/main" id="{AD1FF79A-F404-4C13-8BEE-2D19D60C99B5}"/>
              </a:ext>
            </a:extLst>
          </p:cNvPr>
          <p:cNvSpPr/>
          <p:nvPr/>
        </p:nvSpPr>
        <p:spPr>
          <a:xfrm rot="6812815">
            <a:off x="85360" y="5232600"/>
            <a:ext cx="1097280" cy="0"/>
          </a:xfrm>
          <a:prstGeom prst="line">
            <a:avLst/>
          </a:prstGeom>
          <a:solidFill>
            <a:srgbClr val="000000">
              <a:alpha val="5000"/>
            </a:srgbClr>
          </a:solidFill>
          <a:ln w="126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wrap="none" rtlCol="0" anchor="ctr" anchorCtr="1"/>
          <a:lstStyle/>
          <a:p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7328118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7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101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251"/>
                            </p:stCondLst>
                            <p:childTnLst>
                              <p:par>
                                <p:cTn id="11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1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/>
      <p:bldP spid="10" grpId="0"/>
      <p:bldP spid="16" grpId="0"/>
      <p:bldP spid="17" grpId="0"/>
      <p:bldP spid="1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E40B0-7AFB-B285-5066-7B441A27B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Tech: Advanced app-dev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080C78-579B-6737-72DA-8EFC61A29C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We worked on two things in advanced </a:t>
            </a:r>
            <a:r>
              <a:rPr lang="en-US" dirty="0" err="1"/>
              <a:t>appdev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One of the projects we worked on was the Snack Shack</a:t>
            </a:r>
          </a:p>
          <a:p>
            <a:pPr lvl="2"/>
            <a:r>
              <a:rPr lang="en-US" dirty="0"/>
              <a:t>In actuality, the most major was, as discussed by Ryan, actually databases and SQL. But I figured you have heard about that from him</a:t>
            </a:r>
          </a:p>
          <a:p>
            <a:pPr lvl="1"/>
            <a:r>
              <a:rPr lang="en-US" dirty="0"/>
              <a:t>Tasks used:</a:t>
            </a:r>
          </a:p>
          <a:p>
            <a:pPr lvl="2"/>
            <a:r>
              <a:rPr lang="en-US" dirty="0"/>
              <a:t>Debugging</a:t>
            </a:r>
          </a:p>
          <a:p>
            <a:pPr lvl="3"/>
            <a:r>
              <a:rPr lang="en-US" dirty="0"/>
              <a:t>Debugging</a:t>
            </a:r>
          </a:p>
          <a:p>
            <a:pPr lvl="3"/>
            <a:r>
              <a:rPr lang="en-US" dirty="0"/>
              <a:t>Debugging</a:t>
            </a:r>
          </a:p>
          <a:p>
            <a:pPr marL="914400" lvl="2" indent="0">
              <a:buNone/>
            </a:pPr>
            <a:r>
              <a:rPr lang="en-US" dirty="0"/>
              <a:t>Okay, in all seriousness</a:t>
            </a:r>
          </a:p>
          <a:p>
            <a:pPr lvl="2"/>
            <a:r>
              <a:rPr lang="en-US" dirty="0"/>
              <a:t>Critical Thinking</a:t>
            </a:r>
          </a:p>
          <a:p>
            <a:pPr lvl="2"/>
            <a:r>
              <a:rPr lang="en-US" dirty="0"/>
              <a:t>Trial and Error</a:t>
            </a:r>
          </a:p>
          <a:p>
            <a:pPr lvl="2"/>
            <a:endParaRPr lang="en-US" dirty="0"/>
          </a:p>
          <a:p>
            <a:pPr marL="0" indent="0">
              <a:buNone/>
            </a:pPr>
            <a:r>
              <a:rPr lang="en-US" dirty="0"/>
              <a:t>As for what I gained, it’s mostly just more knowledge, in this case about SQL</a:t>
            </a: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F2AC355-9018-DB92-EA42-158D8C270C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2161" y="2831873"/>
            <a:ext cx="4438650" cy="2790825"/>
          </a:xfrm>
          <a:prstGeom prst="rect">
            <a:avLst/>
          </a:prstGeom>
        </p:spPr>
      </p:pic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DB3469D-2D61-248F-34C0-6D94124880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6675" y="2033587"/>
            <a:ext cx="4438650" cy="2790825"/>
          </a:xfrm>
          <a:prstGeom prst="rect">
            <a:avLst/>
          </a:prstGeom>
        </p:spPr>
      </p:pic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C8E914B-D6C6-9F6E-85C7-1E8D1255F3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9787" y="1081088"/>
            <a:ext cx="7972425" cy="4695825"/>
          </a:xfrm>
          <a:prstGeom prst="rect">
            <a:avLst/>
          </a:prstGeom>
        </p:spPr>
      </p:pic>
      <p:pic>
        <p:nvPicPr>
          <p:cNvPr id="9" name="Picture 8" descr="A screenshot of a computer error&#10;&#10;AI-generated content may be incorrect.">
            <a:extLst>
              <a:ext uri="{FF2B5EF4-FFF2-40B4-BE49-F238E27FC236}">
                <a16:creationId xmlns:a16="http://schemas.microsoft.com/office/drawing/2014/main" id="{0B528D0D-73C7-10B6-E3FB-B4A6C19822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29250" y="2833687"/>
            <a:ext cx="1333500" cy="1190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6909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985CBC-A8D3-D568-87AE-62116BA26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</a:t>
            </a:r>
            <a:r>
              <a:rPr lang="en-US"/>
              <a:t>: Community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574F07-D8D0-C8B1-0C37-1C3C8D8A70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community, we learned about, well, our community.</a:t>
            </a:r>
          </a:p>
          <a:p>
            <a:r>
              <a:rPr lang="en-US" dirty="0"/>
              <a:t>While not inherently a skill: </a:t>
            </a:r>
          </a:p>
          <a:p>
            <a:pPr lvl="1"/>
            <a:r>
              <a:rPr lang="en-US" dirty="0"/>
              <a:t>I learned more about the greater Houston area</a:t>
            </a:r>
          </a:p>
          <a:p>
            <a:pPr lvl="1"/>
            <a:r>
              <a:rPr lang="en-US" dirty="0"/>
              <a:t>I made a nice slideshow about Charlie Serbia called “who am you”</a:t>
            </a:r>
          </a:p>
          <a:p>
            <a:r>
              <a:rPr lang="en-US" dirty="0"/>
              <a:t>As for how I’d use it, well, it just helps to know what’s around you so you can actually do things. Basically, less “use it” and more “add more things to </a:t>
            </a:r>
            <a:r>
              <a:rPr lang="en-US"/>
              <a:t>use skills on”</a:t>
            </a:r>
            <a:endParaRPr lang="en-US" dirty="0"/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39A0962-7E72-4B34-0F53-82426DD952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513" y="214313"/>
            <a:ext cx="10086975" cy="6429375"/>
          </a:xfrm>
          <a:prstGeom prst="rect">
            <a:avLst/>
          </a:prstGeom>
        </p:spPr>
      </p:pic>
      <p:pic>
        <p:nvPicPr>
          <p:cNvPr id="5" name="Picture 4" descr="A purple background with white text&#10;&#10;AI-generated content may be incorrect.">
            <a:extLst>
              <a:ext uri="{FF2B5EF4-FFF2-40B4-BE49-F238E27FC236}">
                <a16:creationId xmlns:a16="http://schemas.microsoft.com/office/drawing/2014/main" id="{7387F6A9-EF4E-32F1-1457-20419E7872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86100" y="2705100"/>
            <a:ext cx="6019800" cy="1447800"/>
          </a:xfrm>
          <a:prstGeom prst="rect">
            <a:avLst/>
          </a:prstGeom>
        </p:spPr>
      </p:pic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8A767F7-FA26-7431-0FD0-3C51BD635C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76387" y="1081088"/>
            <a:ext cx="9039225" cy="469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52401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87E3D-DE56-CF2C-7E3E-A12305FBC0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Club: star-trek club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DBE7FE-2E19-A9FF-90F3-B8B62D9B4F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Well, while there where many good </a:t>
            </a:r>
            <a:r>
              <a:rPr lang="en-US" dirty="0" err="1"/>
              <a:t>memorys</a:t>
            </a:r>
            <a:r>
              <a:rPr lang="en-US" dirty="0"/>
              <a:t>, I think one of my favorites had to have been some of the discussions we had about Data, specifically the fact that he does have emotions, contrary to his own </a:t>
            </a:r>
            <a:r>
              <a:rPr lang="en-US"/>
              <a:t>statments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99060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3B13D-4EA4-72D0-C584-F7E4962CE0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Favorite 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770F2A-2830-597A-D03F-334F7AD6AE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Well, this term wasn't that memorable, honestly. So, I'm going more with what I did that I'm most proud of.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That is my "dynamic file path" system. There's no easy way  show an image of </a:t>
            </a:r>
            <a:r>
              <a:rPr lang="en-US"/>
              <a:t>it, but long story short basically it allows </a:t>
            </a:r>
            <a:r>
              <a:rPr lang="en-US" dirty="0"/>
              <a:t>saving a file within the inside of a programs folder structure.</a:t>
            </a:r>
          </a:p>
          <a:p>
            <a:pPr marL="0" indent="0">
              <a:buNone/>
            </a:pPr>
            <a:r>
              <a:rPr lang="en-US"/>
              <a:t> 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5415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757EC4C2-30F1-69FF-4C46-86AF837196B1}"/>
                  </a:ext>
                </a:extLst>
              </p14:cNvPr>
              <p14:cNvContentPartPr/>
              <p14:nvPr/>
            </p14:nvContentPartPr>
            <p14:xfrm>
              <a:off x="1814285" y="1442357"/>
              <a:ext cx="1370258" cy="58012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757EC4C2-30F1-69FF-4C46-86AF837196B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96293" y="1424452"/>
                <a:ext cx="1405882" cy="93464"/>
              </a:xfrm>
              <a:prstGeom prst="rect">
                <a:avLst/>
              </a:prstGeom>
            </p:spPr>
          </p:pic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B9F7FF27-934F-61E9-623E-28E67F7A95BB}"/>
              </a:ext>
            </a:extLst>
          </p:cNvPr>
          <p:cNvSpPr txBox="1"/>
          <p:nvPr/>
        </p:nvSpPr>
        <p:spPr>
          <a:xfrm>
            <a:off x="763814" y="582385"/>
            <a:ext cx="10392937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b="1"/>
              <a:t>And now, what you have all been waiting impatiently for: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EB79FAF-285C-B18F-6774-DF3457199FCE}"/>
              </a:ext>
            </a:extLst>
          </p:cNvPr>
          <p:cNvSpPr txBox="1"/>
          <p:nvPr/>
        </p:nvSpPr>
        <p:spPr>
          <a:xfrm>
            <a:off x="772583" y="1566333"/>
            <a:ext cx="602191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The End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7490C5-02DB-8C68-FD24-F2396E20873C}"/>
              </a:ext>
            </a:extLst>
          </p:cNvPr>
          <p:cNvSpPr txBox="1"/>
          <p:nvPr/>
        </p:nvSpPr>
        <p:spPr>
          <a:xfrm>
            <a:off x="765325" y="2059817"/>
            <a:ext cx="2081288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Fooled </a:t>
            </a:r>
            <a:r>
              <a:rPr lang="en-US" dirty="0" err="1"/>
              <a:t>ya</a:t>
            </a:r>
            <a:r>
              <a:rPr lang="en-US" dirty="0"/>
              <a:t>!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C97F59-AFB0-CCFF-08D4-BE0394F1A3E9}"/>
              </a:ext>
            </a:extLst>
          </p:cNvPr>
          <p:cNvSpPr txBox="1"/>
          <p:nvPr/>
        </p:nvSpPr>
        <p:spPr>
          <a:xfrm>
            <a:off x="761396" y="2428119"/>
            <a:ext cx="356537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Thanks for watching!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B89CE64-C45D-434C-8FE2-7373EB98BE66}"/>
              </a:ext>
            </a:extLst>
          </p:cNvPr>
          <p:cNvSpPr txBox="1"/>
          <p:nvPr/>
        </p:nvSpPr>
        <p:spPr>
          <a:xfrm>
            <a:off x="774700" y="3035904"/>
            <a:ext cx="4022271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Now, for </a:t>
            </a:r>
            <a:r>
              <a:rPr lang="en-US" dirty="0" err="1"/>
              <a:t>reall</a:t>
            </a:r>
            <a:r>
              <a:rPr lang="en-US" dirty="0"/>
              <a:t> this time:</a:t>
            </a:r>
            <a:br>
              <a:rPr lang="en-US" dirty="0"/>
            </a:br>
            <a:r>
              <a:rPr lang="en-US" dirty="0"/>
              <a:t>The end!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E0B117B-22F6-84D8-A97C-EA05E52160D0}"/>
              </a:ext>
            </a:extLst>
          </p:cNvPr>
          <p:cNvSpPr txBox="1"/>
          <p:nvPr/>
        </p:nvSpPr>
        <p:spPr>
          <a:xfrm>
            <a:off x="1745039" y="1566331"/>
            <a:ext cx="39037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41159196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fractur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0" grpId="0"/>
    </p:bldLst>
  </p:timing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Vapor Trail</Template>
  <TotalTime>445</TotalTime>
  <Words>268</Words>
  <Application>Microsoft Office PowerPoint</Application>
  <PresentationFormat>Widescreen</PresentationFormat>
  <Paragraphs>34</Paragraphs>
  <Slides>6</Slides>
  <Notes>3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7" baseType="lpstr">
      <vt:lpstr>Vapor Trail</vt:lpstr>
      <vt:lpstr>Charlie’s Spring Term Presentation</vt:lpstr>
      <vt:lpstr>Tech: Advanced app-dev</vt:lpstr>
      <vt:lpstr>Core: Community</vt:lpstr>
      <vt:lpstr>Club: star-trek club</vt:lpstr>
      <vt:lpstr>Favorite memory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Charlie Hatch</dc:creator>
  <cp:lastModifiedBy>Charlie Hatch</cp:lastModifiedBy>
  <cp:revision>137</cp:revision>
  <dcterms:created xsi:type="dcterms:W3CDTF">2026-06-10T15:46:05Z</dcterms:created>
  <dcterms:modified xsi:type="dcterms:W3CDTF">2026-06-23T16:55:48Z</dcterms:modified>
</cp:coreProperties>
</file>