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034A4-BB94-F8D4-67B6-8AD443040898}" v="40" dt="2026-09-16T19:24:07.670"/>
    <p1510:client id="{B56F71EC-F6B7-385C-DEBA-57351A51A5CE}" v="9" dt="2026-09-16T19:34:03.414"/>
    <p1510:client id="{CC656977-A51D-85A4-2C0F-8858A80BAC84}" v="271" dt="2026-09-16T17:16:40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B69B3-698B-4882-A570-9DB574FA6439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46EA8-CCA3-4787-BBCF-88E4FAE9F3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0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Bsod</a:t>
            </a:r>
            <a:r>
              <a:rPr lang="en-US" dirty="0">
                <a:ea typeface="Calibri"/>
                <a:cs typeface="Calibri"/>
              </a:rPr>
              <a:t>: "now, one thing about networking, can't cause crashes... insert </a:t>
            </a:r>
            <a:r>
              <a:rPr lang="en-US" dirty="0" err="1">
                <a:ea typeface="Calibri"/>
                <a:cs typeface="Calibri"/>
              </a:rPr>
              <a:t>bsod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46EA8-CCA3-4787-BBCF-88E4FAE9F3D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7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79D088-CF95-97D6-D867-D0F0CAB97D4A}"/>
              </a:ext>
            </a:extLst>
          </p:cNvPr>
          <p:cNvSpPr txBox="1">
            <a:spLocks/>
          </p:cNvSpPr>
          <p:nvPr/>
        </p:nvSpPr>
        <p:spPr>
          <a:xfrm>
            <a:off x="2153139" y="231822"/>
            <a:ext cx="11507637" cy="1454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Advanced App Dev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F2180-E15E-B009-5765-EBED79EE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D92145-DBC3-50B3-05C9-5B448E797B80}"/>
              </a:ext>
            </a:extLst>
          </p:cNvPr>
          <p:cNvSpPr txBox="1">
            <a:spLocks/>
          </p:cNvSpPr>
          <p:nvPr/>
        </p:nvSpPr>
        <p:spPr>
          <a:xfrm>
            <a:off x="2153138" y="3612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23A61D-3E82-AFDE-6E46-A89110E82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453" y="3160990"/>
            <a:ext cx="6169547" cy="3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6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D134C2-73B9-A76A-7E39-3169D4ED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" t="130" r="139"/>
          <a:stretch>
            <a:fillRect/>
          </a:stretch>
        </p:blipFill>
        <p:spPr>
          <a:xfrm>
            <a:off x="830005" y="367165"/>
            <a:ext cx="10213494" cy="5958876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5EBA86-44A5-3C4C-75BA-9477135D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Core: Self Managment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BC09B-D6C1-D87F-5C2C-4D70394D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So, I learned a good amount in self-management</a:t>
            </a:r>
          </a:p>
        </p:txBody>
      </p:sp>
    </p:spTree>
    <p:extLst>
      <p:ext uri="{BB962C8B-B14F-4D97-AF65-F5344CB8AC3E}">
        <p14:creationId xmlns:p14="http://schemas.microsoft.com/office/powerpoint/2010/main" val="239620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004E-EF71-9197-6B85-D0142E57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Favorite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66EF-0CE6-6948-73F2-46E646BCE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0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B7BE17-E49E-766F-92F2-A8A7AC40165D}"/>
              </a:ext>
            </a:extLst>
          </p:cNvPr>
          <p:cNvSpPr txBox="1">
            <a:spLocks/>
          </p:cNvSpPr>
          <p:nvPr/>
        </p:nvSpPr>
        <p:spPr>
          <a:xfrm>
            <a:off x="2133600" y="37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Art Through The 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7F828-651A-BB3F-72A1-CB1C42CE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Club: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341DC-59B2-2461-01F2-51AAC0A6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939E82-4970-022D-9999-07C6BB1F0FBB}"/>
              </a:ext>
            </a:extLst>
          </p:cNvPr>
          <p:cNvSpPr txBox="1">
            <a:spLocks/>
          </p:cNvSpPr>
          <p:nvPr/>
        </p:nvSpPr>
        <p:spPr>
          <a:xfrm>
            <a:off x="2133600" y="37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Star Trek Club</a:t>
            </a:r>
          </a:p>
        </p:txBody>
      </p:sp>
    </p:spTree>
    <p:extLst>
      <p:ext uri="{BB962C8B-B14F-4D97-AF65-F5344CB8AC3E}">
        <p14:creationId xmlns:p14="http://schemas.microsoft.com/office/powerpoint/2010/main" val="294718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B2E5-EA9A-C399-84E2-37383CCB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38E5-D4F0-CDB4-0C38-1B6EAFBD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Of course,   </a:t>
            </a:r>
          </a:p>
        </p:txBody>
      </p:sp>
    </p:spTree>
    <p:extLst>
      <p:ext uri="{BB962C8B-B14F-4D97-AF65-F5344CB8AC3E}">
        <p14:creationId xmlns:p14="http://schemas.microsoft.com/office/powerpoint/2010/main" val="151877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56AD9B4-FA83-B37A-925D-0FF38465B7A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D51B22-6035-47AA-F096-DF50E1293D3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70A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7" name="Picture 6" descr="A blue screen with a qr code&#10;&#10;AI-generated content may be incorrect.">
              <a:extLst>
                <a:ext uri="{FF2B5EF4-FFF2-40B4-BE49-F238E27FC236}">
                  <a16:creationId xmlns:a16="http://schemas.microsoft.com/office/drawing/2014/main" id="{093AC10B-ECC1-A72C-BD4E-BE546902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3440" y="1298191"/>
              <a:ext cx="5324442" cy="3670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004409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Tech:</vt:lpstr>
      <vt:lpstr>Core: Self Managment</vt:lpstr>
      <vt:lpstr>Favorite Memory</vt:lpstr>
      <vt:lpstr>Club: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143</cp:revision>
  <dcterms:created xsi:type="dcterms:W3CDTF">2026-09-16T16:03:52Z</dcterms:created>
  <dcterms:modified xsi:type="dcterms:W3CDTF">2026-09-16T19:34:21Z</dcterms:modified>
</cp:coreProperties>
</file>